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53" r:id="rId1"/>
  </p:sldMasterIdLst>
  <p:notesMasterIdLst>
    <p:notesMasterId r:id="rId49"/>
  </p:notesMasterIdLst>
  <p:handoutMasterIdLst>
    <p:handoutMasterId r:id="rId50"/>
  </p:handoutMasterIdLst>
  <p:sldIdLst>
    <p:sldId id="256" r:id="rId2"/>
    <p:sldId id="258" r:id="rId3"/>
    <p:sldId id="257" r:id="rId4"/>
    <p:sldId id="297" r:id="rId5"/>
    <p:sldId id="298" r:id="rId6"/>
    <p:sldId id="303" r:id="rId7"/>
    <p:sldId id="306" r:id="rId8"/>
    <p:sldId id="305" r:id="rId9"/>
    <p:sldId id="309" r:id="rId10"/>
    <p:sldId id="308" r:id="rId11"/>
    <p:sldId id="307" r:id="rId12"/>
    <p:sldId id="304" r:id="rId13"/>
    <p:sldId id="311" r:id="rId14"/>
    <p:sldId id="312" r:id="rId15"/>
    <p:sldId id="313" r:id="rId16"/>
    <p:sldId id="310" r:id="rId17"/>
    <p:sldId id="314" r:id="rId18"/>
    <p:sldId id="315" r:id="rId19"/>
    <p:sldId id="317" r:id="rId20"/>
    <p:sldId id="316" r:id="rId21"/>
    <p:sldId id="318" r:id="rId22"/>
    <p:sldId id="299" r:id="rId23"/>
    <p:sldId id="300" r:id="rId24"/>
    <p:sldId id="325" r:id="rId25"/>
    <p:sldId id="324" r:id="rId26"/>
    <p:sldId id="323" r:id="rId27"/>
    <p:sldId id="327" r:id="rId28"/>
    <p:sldId id="326" r:id="rId29"/>
    <p:sldId id="322" r:id="rId30"/>
    <p:sldId id="329" r:id="rId31"/>
    <p:sldId id="330" r:id="rId32"/>
    <p:sldId id="328" r:id="rId33"/>
    <p:sldId id="331" r:id="rId34"/>
    <p:sldId id="333" r:id="rId35"/>
    <p:sldId id="332" r:id="rId36"/>
    <p:sldId id="301" r:id="rId37"/>
    <p:sldId id="340" r:id="rId38"/>
    <p:sldId id="320" r:id="rId39"/>
    <p:sldId id="321" r:id="rId40"/>
    <p:sldId id="302" r:id="rId41"/>
    <p:sldId id="334" r:id="rId42"/>
    <p:sldId id="335" r:id="rId43"/>
    <p:sldId id="338" r:id="rId44"/>
    <p:sldId id="337" r:id="rId45"/>
    <p:sldId id="336" r:id="rId46"/>
    <p:sldId id="339" r:id="rId47"/>
    <p:sldId id="296" r:id="rId4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FCCFBCA-8E87-469F-A35A-E0D3F18A0FE8}" v="8" dt="2026-07-16T03:08:29.524"/>
  </p1510:revLst>
</p1510:revInfo>
</file>

<file path=ppt/tableStyles.xml><?xml version="1.0" encoding="utf-8"?>
<a:tblStyleLst xmlns:a="http://schemas.openxmlformats.org/drawingml/2006/main" def="{5C22544A-7EE6-4342-B048-85BDC9FD1C3A}">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95" d="100"/>
          <a:sy n="95" d="100"/>
        </p:scale>
        <p:origin x="114" y="21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handoutMaster" Target="handoutMasters/handoutMaster1.xml"/><Relationship Id="rId55"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microsoft.com/office/2015/10/relationships/revisionInfo" Target="revisionInfo.xml"/><Relationship Id="rId8" Type="http://schemas.openxmlformats.org/officeDocument/2006/relationships/slide" Target="slides/slide7.xml"/><Relationship Id="rId51" Type="http://schemas.openxmlformats.org/officeDocument/2006/relationships/presProps" Target="presProps.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ong Hoang" userId="5826c561-dfc3-4c7a-90a7-d29294c55f4c" providerId="ADAL" clId="{FADD2A81-CAD9-4879-80E6-E3416C9F49C5}"/>
    <pc:docChg chg="undo custSel addSld delSld modSld sldOrd">
      <pc:chgData name="Long Hoang" userId="5826c561-dfc3-4c7a-90a7-d29294c55f4c" providerId="ADAL" clId="{FADD2A81-CAD9-4879-80E6-E3416C9F49C5}" dt="2026-07-16T06:56:45.167" v="1601" actId="47"/>
      <pc:docMkLst>
        <pc:docMk/>
      </pc:docMkLst>
      <pc:sldChg chg="modSp mod">
        <pc:chgData name="Long Hoang" userId="5826c561-dfc3-4c7a-90a7-d29294c55f4c" providerId="ADAL" clId="{FADD2A81-CAD9-4879-80E6-E3416C9F49C5}" dt="2026-07-09T09:28:57.626" v="49" actId="20577"/>
        <pc:sldMkLst>
          <pc:docMk/>
          <pc:sldMk cId="658088981" sldId="256"/>
        </pc:sldMkLst>
        <pc:spChg chg="mod">
          <ac:chgData name="Long Hoang" userId="5826c561-dfc3-4c7a-90a7-d29294c55f4c" providerId="ADAL" clId="{FADD2A81-CAD9-4879-80E6-E3416C9F49C5}" dt="2026-07-09T09:28:57.626" v="49" actId="20577"/>
          <ac:spMkLst>
            <pc:docMk/>
            <pc:sldMk cId="658088981" sldId="256"/>
            <ac:spMk id="2" creationId="{63AC5EEF-F96F-A9D9-A3EF-1C39A7453AA4}"/>
          </ac:spMkLst>
        </pc:spChg>
      </pc:sldChg>
      <pc:sldChg chg="addSp delSp modSp mod">
        <pc:chgData name="Long Hoang" userId="5826c561-dfc3-4c7a-90a7-d29294c55f4c" providerId="ADAL" clId="{FADD2A81-CAD9-4879-80E6-E3416C9F49C5}" dt="2026-07-09T12:02:53.871" v="219" actId="20577"/>
        <pc:sldMkLst>
          <pc:docMk/>
          <pc:sldMk cId="3003564154" sldId="257"/>
        </pc:sldMkLst>
        <pc:spChg chg="add mod">
          <ac:chgData name="Long Hoang" userId="5826c561-dfc3-4c7a-90a7-d29294c55f4c" providerId="ADAL" clId="{FADD2A81-CAD9-4879-80E6-E3416C9F49C5}" dt="2026-07-09T12:01:20.618" v="175" actId="1076"/>
          <ac:spMkLst>
            <pc:docMk/>
            <pc:sldMk cId="3003564154" sldId="257"/>
            <ac:spMk id="3" creationId="{48C20548-927A-6E1C-6C3F-113FF65A04AC}"/>
          </ac:spMkLst>
        </pc:spChg>
        <pc:spChg chg="add mod">
          <ac:chgData name="Long Hoang" userId="5826c561-dfc3-4c7a-90a7-d29294c55f4c" providerId="ADAL" clId="{FADD2A81-CAD9-4879-80E6-E3416C9F49C5}" dt="2026-07-09T12:01:20.618" v="175" actId="1076"/>
          <ac:spMkLst>
            <pc:docMk/>
            <pc:sldMk cId="3003564154" sldId="257"/>
            <ac:spMk id="4" creationId="{A78E4952-F944-ED57-8A5F-481F944EE791}"/>
          </ac:spMkLst>
        </pc:spChg>
        <pc:spChg chg="add mod">
          <ac:chgData name="Long Hoang" userId="5826c561-dfc3-4c7a-90a7-d29294c55f4c" providerId="ADAL" clId="{FADD2A81-CAD9-4879-80E6-E3416C9F49C5}" dt="2026-07-09T12:02:53.871" v="219" actId="20577"/>
          <ac:spMkLst>
            <pc:docMk/>
            <pc:sldMk cId="3003564154" sldId="257"/>
            <ac:spMk id="13" creationId="{34E0B97C-35EE-0C9C-D952-1DADF7D30782}"/>
          </ac:spMkLst>
        </pc:spChg>
      </pc:sldChg>
      <pc:sldChg chg="addSp modSp add mod">
        <pc:chgData name="Long Hoang" userId="5826c561-dfc3-4c7a-90a7-d29294c55f4c" providerId="ADAL" clId="{FADD2A81-CAD9-4879-80E6-E3416C9F49C5}" dt="2026-07-09T12:03:35.228" v="228"/>
        <pc:sldMkLst>
          <pc:docMk/>
          <pc:sldMk cId="1582570998" sldId="297"/>
        </pc:sldMkLst>
        <pc:spChg chg="add mod">
          <ac:chgData name="Long Hoang" userId="5826c561-dfc3-4c7a-90a7-d29294c55f4c" providerId="ADAL" clId="{FADD2A81-CAD9-4879-80E6-E3416C9F49C5}" dt="2026-07-09T12:03:35.228" v="228"/>
          <ac:spMkLst>
            <pc:docMk/>
            <pc:sldMk cId="1582570998" sldId="297"/>
            <ac:spMk id="5" creationId="{2CAE7C01-ED95-68B2-0C70-6AAF33AAC0FD}"/>
          </ac:spMkLst>
        </pc:spChg>
        <pc:graphicFrameChg chg="add mod modGraphic">
          <ac:chgData name="Long Hoang" userId="5826c561-dfc3-4c7a-90a7-d29294c55f4c" providerId="ADAL" clId="{FADD2A81-CAD9-4879-80E6-E3416C9F49C5}" dt="2026-07-09T12:03:27.765" v="225" actId="1076"/>
          <ac:graphicFrameMkLst>
            <pc:docMk/>
            <pc:sldMk cId="1582570998" sldId="297"/>
            <ac:graphicFrameMk id="4" creationId="{3294DEA1-82CB-5AA1-F697-A96466B513F5}"/>
          </ac:graphicFrameMkLst>
        </pc:graphicFrameChg>
        <pc:picChg chg="add mod">
          <ac:chgData name="Long Hoang" userId="5826c561-dfc3-4c7a-90a7-d29294c55f4c" providerId="ADAL" clId="{FADD2A81-CAD9-4879-80E6-E3416C9F49C5}" dt="2026-07-09T12:03:32.588" v="227" actId="1076"/>
          <ac:picMkLst>
            <pc:docMk/>
            <pc:sldMk cId="1582570998" sldId="297"/>
            <ac:picMk id="3" creationId="{FAAB4C75-515A-C0C4-3A53-C1360582E663}"/>
          </ac:picMkLst>
        </pc:picChg>
      </pc:sldChg>
      <pc:sldChg chg="addSp delSp modSp add mod">
        <pc:chgData name="Long Hoang" userId="5826c561-dfc3-4c7a-90a7-d29294c55f4c" providerId="ADAL" clId="{FADD2A81-CAD9-4879-80E6-E3416C9F49C5}" dt="2026-07-09T12:04:29.994" v="274" actId="1076"/>
        <pc:sldMkLst>
          <pc:docMk/>
          <pc:sldMk cId="3383291100" sldId="298"/>
        </pc:sldMkLst>
        <pc:spChg chg="add mod">
          <ac:chgData name="Long Hoang" userId="5826c561-dfc3-4c7a-90a7-d29294c55f4c" providerId="ADAL" clId="{FADD2A81-CAD9-4879-80E6-E3416C9F49C5}" dt="2026-07-09T12:04:11.197" v="268"/>
          <ac:spMkLst>
            <pc:docMk/>
            <pc:sldMk cId="3383291100" sldId="298"/>
            <ac:spMk id="3" creationId="{F0826C7E-FFA3-3A9E-8403-FF323FBEB3E4}"/>
          </ac:spMkLst>
        </pc:spChg>
        <pc:spChg chg="add mod">
          <ac:chgData name="Long Hoang" userId="5826c561-dfc3-4c7a-90a7-d29294c55f4c" providerId="ADAL" clId="{FADD2A81-CAD9-4879-80E6-E3416C9F49C5}" dt="2026-07-09T12:04:29.994" v="274" actId="1076"/>
          <ac:spMkLst>
            <pc:docMk/>
            <pc:sldMk cId="3383291100" sldId="298"/>
            <ac:spMk id="14" creationId="{E7FA5DDB-FECC-7CDD-D7A8-15FF9535D4C3}"/>
          </ac:spMkLst>
        </pc:spChg>
        <pc:spChg chg="add mod">
          <ac:chgData name="Long Hoang" userId="5826c561-dfc3-4c7a-90a7-d29294c55f4c" providerId="ADAL" clId="{FADD2A81-CAD9-4879-80E6-E3416C9F49C5}" dt="2026-07-09T12:04:29.994" v="274" actId="1076"/>
          <ac:spMkLst>
            <pc:docMk/>
            <pc:sldMk cId="3383291100" sldId="298"/>
            <ac:spMk id="15" creationId="{452BEA8F-0104-AA53-A51C-7C081BE20A00}"/>
          </ac:spMkLst>
        </pc:spChg>
        <pc:spChg chg="add mod">
          <ac:chgData name="Long Hoang" userId="5826c561-dfc3-4c7a-90a7-d29294c55f4c" providerId="ADAL" clId="{FADD2A81-CAD9-4879-80E6-E3416C9F49C5}" dt="2026-07-09T12:04:29.994" v="274" actId="1076"/>
          <ac:spMkLst>
            <pc:docMk/>
            <pc:sldMk cId="3383291100" sldId="298"/>
            <ac:spMk id="16" creationId="{49187B2B-442D-A488-60A7-A4A03709CE85}"/>
          </ac:spMkLst>
        </pc:spChg>
        <pc:spChg chg="add mod">
          <ac:chgData name="Long Hoang" userId="5826c561-dfc3-4c7a-90a7-d29294c55f4c" providerId="ADAL" clId="{FADD2A81-CAD9-4879-80E6-E3416C9F49C5}" dt="2026-07-09T12:04:29.994" v="274" actId="1076"/>
          <ac:spMkLst>
            <pc:docMk/>
            <pc:sldMk cId="3383291100" sldId="298"/>
            <ac:spMk id="17" creationId="{5EF3FD2C-28E9-E5DD-B2C8-61D8787EB899}"/>
          </ac:spMkLst>
        </pc:spChg>
        <pc:spChg chg="add mod">
          <ac:chgData name="Long Hoang" userId="5826c561-dfc3-4c7a-90a7-d29294c55f4c" providerId="ADAL" clId="{FADD2A81-CAD9-4879-80E6-E3416C9F49C5}" dt="2026-07-09T12:04:29.994" v="274" actId="1076"/>
          <ac:spMkLst>
            <pc:docMk/>
            <pc:sldMk cId="3383291100" sldId="298"/>
            <ac:spMk id="18" creationId="{2117C946-0555-662C-F8DF-D3FC38E82110}"/>
          </ac:spMkLst>
        </pc:spChg>
      </pc:sldChg>
      <pc:sldChg chg="modSp add mod ord">
        <pc:chgData name="Long Hoang" userId="5826c561-dfc3-4c7a-90a7-d29294c55f4c" providerId="ADAL" clId="{FADD2A81-CAD9-4879-80E6-E3416C9F49C5}" dt="2026-07-09T09:29:26.861" v="80" actId="20577"/>
        <pc:sldMkLst>
          <pc:docMk/>
          <pc:sldMk cId="1356168792" sldId="299"/>
        </pc:sldMkLst>
        <pc:spChg chg="mod">
          <ac:chgData name="Long Hoang" userId="5826c561-dfc3-4c7a-90a7-d29294c55f4c" providerId="ADAL" clId="{FADD2A81-CAD9-4879-80E6-E3416C9F49C5}" dt="2026-07-09T09:29:26.861" v="80" actId="20577"/>
          <ac:spMkLst>
            <pc:docMk/>
            <pc:sldMk cId="1356168792" sldId="299"/>
            <ac:spMk id="2" creationId="{433A460E-0FF0-2ACA-7444-051FA651DAC9}"/>
          </ac:spMkLst>
        </pc:spChg>
      </pc:sldChg>
      <pc:sldChg chg="addSp modSp add mod ord">
        <pc:chgData name="Long Hoang" userId="5826c561-dfc3-4c7a-90a7-d29294c55f4c" providerId="ADAL" clId="{FADD2A81-CAD9-4879-80E6-E3416C9F49C5}" dt="2026-07-09T12:20:23.367" v="772" actId="20577"/>
        <pc:sldMkLst>
          <pc:docMk/>
          <pc:sldMk cId="3183056775" sldId="300"/>
        </pc:sldMkLst>
        <pc:spChg chg="mod">
          <ac:chgData name="Long Hoang" userId="5826c561-dfc3-4c7a-90a7-d29294c55f4c" providerId="ADAL" clId="{FADD2A81-CAD9-4879-80E6-E3416C9F49C5}" dt="2026-07-09T09:29:36.612" v="111" actId="20577"/>
          <ac:spMkLst>
            <pc:docMk/>
            <pc:sldMk cId="3183056775" sldId="300"/>
            <ac:spMk id="2" creationId="{6CEA7C43-826B-467D-DEC3-026D328B9494}"/>
          </ac:spMkLst>
        </pc:spChg>
        <pc:spChg chg="add mod">
          <ac:chgData name="Long Hoang" userId="5826c561-dfc3-4c7a-90a7-d29294c55f4c" providerId="ADAL" clId="{FADD2A81-CAD9-4879-80E6-E3416C9F49C5}" dt="2026-07-09T12:17:51.623" v="718" actId="1076"/>
          <ac:spMkLst>
            <pc:docMk/>
            <pc:sldMk cId="3183056775" sldId="300"/>
            <ac:spMk id="3" creationId="{DFB8EA00-3AA5-E833-4026-0B7CB3807978}"/>
          </ac:spMkLst>
        </pc:spChg>
        <pc:spChg chg="add mod">
          <ac:chgData name="Long Hoang" userId="5826c561-dfc3-4c7a-90a7-d29294c55f4c" providerId="ADAL" clId="{FADD2A81-CAD9-4879-80E6-E3416C9F49C5}" dt="2026-07-09T12:20:23.367" v="772" actId="20577"/>
          <ac:spMkLst>
            <pc:docMk/>
            <pc:sldMk cId="3183056775" sldId="300"/>
            <ac:spMk id="6" creationId="{BC830B57-D0E5-69E2-A611-5D0B5A8A776E}"/>
          </ac:spMkLst>
        </pc:spChg>
        <pc:picChg chg="add mod">
          <ac:chgData name="Long Hoang" userId="5826c561-dfc3-4c7a-90a7-d29294c55f4c" providerId="ADAL" clId="{FADD2A81-CAD9-4879-80E6-E3416C9F49C5}" dt="2026-07-09T12:17:38.961" v="716" actId="1076"/>
          <ac:picMkLst>
            <pc:docMk/>
            <pc:sldMk cId="3183056775" sldId="300"/>
            <ac:picMk id="4" creationId="{FDBB89E8-BD81-20FD-9252-26426A70C1E7}"/>
          </ac:picMkLst>
        </pc:picChg>
      </pc:sldChg>
      <pc:sldChg chg="modSp add mod ord">
        <pc:chgData name="Long Hoang" userId="5826c561-dfc3-4c7a-90a7-d29294c55f4c" providerId="ADAL" clId="{FADD2A81-CAD9-4879-80E6-E3416C9F49C5}" dt="2026-07-09T09:29:49.083" v="143" actId="20577"/>
        <pc:sldMkLst>
          <pc:docMk/>
          <pc:sldMk cId="1055529569" sldId="301"/>
        </pc:sldMkLst>
        <pc:spChg chg="mod">
          <ac:chgData name="Long Hoang" userId="5826c561-dfc3-4c7a-90a7-d29294c55f4c" providerId="ADAL" clId="{FADD2A81-CAD9-4879-80E6-E3416C9F49C5}" dt="2026-07-09T09:29:49.083" v="143" actId="20577"/>
          <ac:spMkLst>
            <pc:docMk/>
            <pc:sldMk cId="1055529569" sldId="301"/>
            <ac:spMk id="2" creationId="{BBC691BC-AA4F-3FD2-DE12-2A68D6D13395}"/>
          </ac:spMkLst>
        </pc:spChg>
      </pc:sldChg>
      <pc:sldChg chg="addSp modSp add mod ord">
        <pc:chgData name="Long Hoang" userId="5826c561-dfc3-4c7a-90a7-d29294c55f4c" providerId="ADAL" clId="{FADD2A81-CAD9-4879-80E6-E3416C9F49C5}" dt="2026-07-16T03:08:03.097" v="1507"/>
        <pc:sldMkLst>
          <pc:docMk/>
          <pc:sldMk cId="2784060511" sldId="302"/>
        </pc:sldMkLst>
        <pc:spChg chg="mod">
          <ac:chgData name="Long Hoang" userId="5826c561-dfc3-4c7a-90a7-d29294c55f4c" providerId="ADAL" clId="{FADD2A81-CAD9-4879-80E6-E3416C9F49C5}" dt="2026-07-09T09:29:57.908" v="173" actId="20577"/>
          <ac:spMkLst>
            <pc:docMk/>
            <pc:sldMk cId="2784060511" sldId="302"/>
            <ac:spMk id="2" creationId="{2E67A4F6-424D-BA8B-0449-379A8802A7DC}"/>
          </ac:spMkLst>
        </pc:spChg>
        <pc:spChg chg="add mod">
          <ac:chgData name="Long Hoang" userId="5826c561-dfc3-4c7a-90a7-d29294c55f4c" providerId="ADAL" clId="{FADD2A81-CAD9-4879-80E6-E3416C9F49C5}" dt="2026-07-16T03:08:03.097" v="1507"/>
          <ac:spMkLst>
            <pc:docMk/>
            <pc:sldMk cId="2784060511" sldId="302"/>
            <ac:spMk id="4" creationId="{6815122F-5F0F-4C94-7665-B4448703316A}"/>
          </ac:spMkLst>
        </pc:spChg>
        <pc:picChg chg="add mod">
          <ac:chgData name="Long Hoang" userId="5826c561-dfc3-4c7a-90a7-d29294c55f4c" providerId="ADAL" clId="{FADD2A81-CAD9-4879-80E6-E3416C9F49C5}" dt="2026-07-16T03:05:38.147" v="1481" actId="1076"/>
          <ac:picMkLst>
            <pc:docMk/>
            <pc:sldMk cId="2784060511" sldId="302"/>
            <ac:picMk id="5" creationId="{A70646DC-88F7-C381-5AA0-379596757BFF}"/>
          </ac:picMkLst>
        </pc:picChg>
        <pc:picChg chg="add mod">
          <ac:chgData name="Long Hoang" userId="5826c561-dfc3-4c7a-90a7-d29294c55f4c" providerId="ADAL" clId="{FADD2A81-CAD9-4879-80E6-E3416C9F49C5}" dt="2026-07-16T03:05:36.281" v="1480" actId="1076"/>
          <ac:picMkLst>
            <pc:docMk/>
            <pc:sldMk cId="2784060511" sldId="302"/>
            <ac:picMk id="7" creationId="{115AB286-0237-C912-2598-34F78927562B}"/>
          </ac:picMkLst>
        </pc:picChg>
      </pc:sldChg>
      <pc:sldChg chg="addSp modSp add mod">
        <pc:chgData name="Long Hoang" userId="5826c561-dfc3-4c7a-90a7-d29294c55f4c" providerId="ADAL" clId="{FADD2A81-CAD9-4879-80E6-E3416C9F49C5}" dt="2026-07-09T12:05:08.336" v="279" actId="1076"/>
        <pc:sldMkLst>
          <pc:docMk/>
          <pc:sldMk cId="3581841471" sldId="303"/>
        </pc:sldMkLst>
        <pc:spChg chg="add mod">
          <ac:chgData name="Long Hoang" userId="5826c561-dfc3-4c7a-90a7-d29294c55f4c" providerId="ADAL" clId="{FADD2A81-CAD9-4879-80E6-E3416C9F49C5}" dt="2026-07-09T12:05:08.336" v="279" actId="1076"/>
          <ac:spMkLst>
            <pc:docMk/>
            <pc:sldMk cId="3581841471" sldId="303"/>
            <ac:spMk id="4" creationId="{E873A8EF-8640-0FDD-BA00-49EE3B10D1BF}"/>
          </ac:spMkLst>
        </pc:spChg>
        <pc:spChg chg="add mod">
          <ac:chgData name="Long Hoang" userId="5826c561-dfc3-4c7a-90a7-d29294c55f4c" providerId="ADAL" clId="{FADD2A81-CAD9-4879-80E6-E3416C9F49C5}" dt="2026-07-09T12:05:08.336" v="279" actId="1076"/>
          <ac:spMkLst>
            <pc:docMk/>
            <pc:sldMk cId="3581841471" sldId="303"/>
            <ac:spMk id="5" creationId="{784A7109-B3F9-97F3-0263-C4B2FAB75B96}"/>
          </ac:spMkLst>
        </pc:spChg>
        <pc:spChg chg="add mod">
          <ac:chgData name="Long Hoang" userId="5826c561-dfc3-4c7a-90a7-d29294c55f4c" providerId="ADAL" clId="{FADD2A81-CAD9-4879-80E6-E3416C9F49C5}" dt="2026-07-09T12:05:08.336" v="279" actId="1076"/>
          <ac:spMkLst>
            <pc:docMk/>
            <pc:sldMk cId="3581841471" sldId="303"/>
            <ac:spMk id="6" creationId="{B1F08A2D-2E08-A885-B9C0-608AE5D44240}"/>
          </ac:spMkLst>
        </pc:spChg>
        <pc:spChg chg="add mod">
          <ac:chgData name="Long Hoang" userId="5826c561-dfc3-4c7a-90a7-d29294c55f4c" providerId="ADAL" clId="{FADD2A81-CAD9-4879-80E6-E3416C9F49C5}" dt="2026-07-09T12:05:08.336" v="279" actId="1076"/>
          <ac:spMkLst>
            <pc:docMk/>
            <pc:sldMk cId="3581841471" sldId="303"/>
            <ac:spMk id="7" creationId="{EA27F7DF-8A45-EE1F-1E97-76779A554BA7}"/>
          </ac:spMkLst>
        </pc:spChg>
      </pc:sldChg>
      <pc:sldChg chg="addSp modSp add mod">
        <pc:chgData name="Long Hoang" userId="5826c561-dfc3-4c7a-90a7-d29294c55f4c" providerId="ADAL" clId="{FADD2A81-CAD9-4879-80E6-E3416C9F49C5}" dt="2026-07-09T12:10:16.898" v="447"/>
        <pc:sldMkLst>
          <pc:docMk/>
          <pc:sldMk cId="2969222930" sldId="304"/>
        </pc:sldMkLst>
        <pc:spChg chg="mod">
          <ac:chgData name="Long Hoang" userId="5826c561-dfc3-4c7a-90a7-d29294c55f4c" providerId="ADAL" clId="{FADD2A81-CAD9-4879-80E6-E3416C9F49C5}" dt="2026-07-09T12:10:11.914" v="446" actId="20577"/>
          <ac:spMkLst>
            <pc:docMk/>
            <pc:sldMk cId="2969222930" sldId="304"/>
            <ac:spMk id="3" creationId="{BAB43E9A-64CB-4B29-5F11-398D278D3043}"/>
          </ac:spMkLst>
        </pc:spChg>
        <pc:spChg chg="add mod">
          <ac:chgData name="Long Hoang" userId="5826c561-dfc3-4c7a-90a7-d29294c55f4c" providerId="ADAL" clId="{FADD2A81-CAD9-4879-80E6-E3416C9F49C5}" dt="2026-07-09T12:10:16.898" v="447"/>
          <ac:spMkLst>
            <pc:docMk/>
            <pc:sldMk cId="2969222930" sldId="304"/>
            <ac:spMk id="4" creationId="{9318F613-4350-2A81-58D3-5B79D574A3BD}"/>
          </ac:spMkLst>
        </pc:spChg>
        <pc:picChg chg="add mod">
          <ac:chgData name="Long Hoang" userId="5826c561-dfc3-4c7a-90a7-d29294c55f4c" providerId="ADAL" clId="{FADD2A81-CAD9-4879-80E6-E3416C9F49C5}" dt="2026-07-09T12:10:16.898" v="447"/>
          <ac:picMkLst>
            <pc:docMk/>
            <pc:sldMk cId="2969222930" sldId="304"/>
            <ac:picMk id="5" creationId="{E310FE00-7BA4-4CFC-6265-D3A2D9BFDF01}"/>
          </ac:picMkLst>
        </pc:picChg>
      </pc:sldChg>
      <pc:sldChg chg="addSp modSp add mod">
        <pc:chgData name="Long Hoang" userId="5826c561-dfc3-4c7a-90a7-d29294c55f4c" providerId="ADAL" clId="{FADD2A81-CAD9-4879-80E6-E3416C9F49C5}" dt="2026-07-09T12:14:22.602" v="599" actId="255"/>
        <pc:sldMkLst>
          <pc:docMk/>
          <pc:sldMk cId="4044830107" sldId="305"/>
        </pc:sldMkLst>
        <pc:spChg chg="mod">
          <ac:chgData name="Long Hoang" userId="5826c561-dfc3-4c7a-90a7-d29294c55f4c" providerId="ADAL" clId="{FADD2A81-CAD9-4879-80E6-E3416C9F49C5}" dt="2026-07-09T12:07:30.725" v="338"/>
          <ac:spMkLst>
            <pc:docMk/>
            <pc:sldMk cId="4044830107" sldId="305"/>
            <ac:spMk id="3" creationId="{76DD7840-2222-AE1F-123D-DAD8B9DF00DA}"/>
          </ac:spMkLst>
        </pc:spChg>
        <pc:spChg chg="add mod">
          <ac:chgData name="Long Hoang" userId="5826c561-dfc3-4c7a-90a7-d29294c55f4c" providerId="ADAL" clId="{FADD2A81-CAD9-4879-80E6-E3416C9F49C5}" dt="2026-07-09T12:14:22.602" v="599" actId="255"/>
          <ac:spMkLst>
            <pc:docMk/>
            <pc:sldMk cId="4044830107" sldId="305"/>
            <ac:spMk id="4" creationId="{8D29BCEE-FA65-00B0-6936-937A84C61DEA}"/>
          </ac:spMkLst>
        </pc:spChg>
        <pc:picChg chg="add mod">
          <ac:chgData name="Long Hoang" userId="5826c561-dfc3-4c7a-90a7-d29294c55f4c" providerId="ADAL" clId="{FADD2A81-CAD9-4879-80E6-E3416C9F49C5}" dt="2026-07-09T12:06:37.221" v="293" actId="1076"/>
          <ac:picMkLst>
            <pc:docMk/>
            <pc:sldMk cId="4044830107" sldId="305"/>
            <ac:picMk id="5" creationId="{0F4DA616-1AFC-51BA-0C31-5A1FE34D04C5}"/>
          </ac:picMkLst>
        </pc:picChg>
      </pc:sldChg>
      <pc:sldChg chg="addSp modSp add">
        <pc:chgData name="Long Hoang" userId="5826c561-dfc3-4c7a-90a7-d29294c55f4c" providerId="ADAL" clId="{FADD2A81-CAD9-4879-80E6-E3416C9F49C5}" dt="2026-07-09T12:05:15.984" v="280"/>
        <pc:sldMkLst>
          <pc:docMk/>
          <pc:sldMk cId="1480072756" sldId="306"/>
        </pc:sldMkLst>
        <pc:picChg chg="add mod">
          <ac:chgData name="Long Hoang" userId="5826c561-dfc3-4c7a-90a7-d29294c55f4c" providerId="ADAL" clId="{FADD2A81-CAD9-4879-80E6-E3416C9F49C5}" dt="2026-07-09T12:05:15.984" v="280"/>
          <ac:picMkLst>
            <pc:docMk/>
            <pc:sldMk cId="1480072756" sldId="306"/>
            <ac:picMk id="4" creationId="{E56A1665-182D-E367-C103-F2011310AE15}"/>
          </ac:picMkLst>
        </pc:picChg>
        <pc:picChg chg="add mod">
          <ac:chgData name="Long Hoang" userId="5826c561-dfc3-4c7a-90a7-d29294c55f4c" providerId="ADAL" clId="{FADD2A81-CAD9-4879-80E6-E3416C9F49C5}" dt="2026-07-09T12:05:15.984" v="280"/>
          <ac:picMkLst>
            <pc:docMk/>
            <pc:sldMk cId="1480072756" sldId="306"/>
            <ac:picMk id="5" creationId="{4387A95B-02B5-5109-6B6B-91D3CD68169A}"/>
          </ac:picMkLst>
        </pc:picChg>
      </pc:sldChg>
      <pc:sldChg chg="addSp delSp modSp add mod">
        <pc:chgData name="Long Hoang" userId="5826c561-dfc3-4c7a-90a7-d29294c55f4c" providerId="ADAL" clId="{FADD2A81-CAD9-4879-80E6-E3416C9F49C5}" dt="2026-07-09T12:09:48.363" v="442" actId="20577"/>
        <pc:sldMkLst>
          <pc:docMk/>
          <pc:sldMk cId="386466463" sldId="307"/>
        </pc:sldMkLst>
        <pc:spChg chg="mod">
          <ac:chgData name="Long Hoang" userId="5826c561-dfc3-4c7a-90a7-d29294c55f4c" providerId="ADAL" clId="{FADD2A81-CAD9-4879-80E6-E3416C9F49C5}" dt="2026-07-09T12:09:48.363" v="442" actId="20577"/>
          <ac:spMkLst>
            <pc:docMk/>
            <pc:sldMk cId="386466463" sldId="307"/>
            <ac:spMk id="3" creationId="{6F33293F-7460-2A3F-5B85-73A6C1364350}"/>
          </ac:spMkLst>
        </pc:spChg>
        <pc:spChg chg="add mod">
          <ac:chgData name="Long Hoang" userId="5826c561-dfc3-4c7a-90a7-d29294c55f4c" providerId="ADAL" clId="{FADD2A81-CAD9-4879-80E6-E3416C9F49C5}" dt="2026-07-09T12:09:16.280" v="396" actId="14100"/>
          <ac:spMkLst>
            <pc:docMk/>
            <pc:sldMk cId="386466463" sldId="307"/>
            <ac:spMk id="6" creationId="{5D17368C-C53C-130A-1944-F5B1B78071A4}"/>
          </ac:spMkLst>
        </pc:spChg>
        <pc:picChg chg="add mod">
          <ac:chgData name="Long Hoang" userId="5826c561-dfc3-4c7a-90a7-d29294c55f4c" providerId="ADAL" clId="{FADD2A81-CAD9-4879-80E6-E3416C9F49C5}" dt="2026-07-09T12:09:06.056" v="393" actId="1076"/>
          <ac:picMkLst>
            <pc:docMk/>
            <pc:sldMk cId="386466463" sldId="307"/>
            <ac:picMk id="4" creationId="{42858D7E-CCC0-B955-62ED-28530A7186E3}"/>
          </ac:picMkLst>
        </pc:picChg>
      </pc:sldChg>
      <pc:sldChg chg="addSp modSp add mod">
        <pc:chgData name="Long Hoang" userId="5826c561-dfc3-4c7a-90a7-d29294c55f4c" providerId="ADAL" clId="{FADD2A81-CAD9-4879-80E6-E3416C9F49C5}" dt="2026-07-09T12:08:01.068" v="343" actId="12385"/>
        <pc:sldMkLst>
          <pc:docMk/>
          <pc:sldMk cId="2466391006" sldId="308"/>
        </pc:sldMkLst>
        <pc:spChg chg="mod">
          <ac:chgData name="Long Hoang" userId="5826c561-dfc3-4c7a-90a7-d29294c55f4c" providerId="ADAL" clId="{FADD2A81-CAD9-4879-80E6-E3416C9F49C5}" dt="2026-07-09T12:07:47.437" v="339"/>
          <ac:spMkLst>
            <pc:docMk/>
            <pc:sldMk cId="2466391006" sldId="308"/>
            <ac:spMk id="3" creationId="{C6CADC30-93AE-DA45-9DEB-B5DF2F601D35}"/>
          </ac:spMkLst>
        </pc:spChg>
        <pc:graphicFrameChg chg="add mod modGraphic">
          <ac:chgData name="Long Hoang" userId="5826c561-dfc3-4c7a-90a7-d29294c55f4c" providerId="ADAL" clId="{FADD2A81-CAD9-4879-80E6-E3416C9F49C5}" dt="2026-07-09T12:08:01.068" v="343" actId="12385"/>
          <ac:graphicFrameMkLst>
            <pc:docMk/>
            <pc:sldMk cId="2466391006" sldId="308"/>
            <ac:graphicFrameMk id="4" creationId="{AE5B60F6-B7E6-C356-57BE-A3D64881F114}"/>
          </ac:graphicFrameMkLst>
        </pc:graphicFrameChg>
      </pc:sldChg>
      <pc:sldChg chg="addSp modSp add mod">
        <pc:chgData name="Long Hoang" userId="5826c561-dfc3-4c7a-90a7-d29294c55f4c" providerId="ADAL" clId="{FADD2A81-CAD9-4879-80E6-E3416C9F49C5}" dt="2026-07-09T12:07:26.455" v="337" actId="20577"/>
        <pc:sldMkLst>
          <pc:docMk/>
          <pc:sldMk cId="1209626238" sldId="309"/>
        </pc:sldMkLst>
        <pc:spChg chg="mod">
          <ac:chgData name="Long Hoang" userId="5826c561-dfc3-4c7a-90a7-d29294c55f4c" providerId="ADAL" clId="{FADD2A81-CAD9-4879-80E6-E3416C9F49C5}" dt="2026-07-09T12:07:26.455" v="337" actId="20577"/>
          <ac:spMkLst>
            <pc:docMk/>
            <pc:sldMk cId="1209626238" sldId="309"/>
            <ac:spMk id="3" creationId="{FF818B01-63A2-0411-9421-002A1C2437B5}"/>
          </ac:spMkLst>
        </pc:spChg>
        <pc:graphicFrameChg chg="add mod modGraphic">
          <ac:chgData name="Long Hoang" userId="5826c561-dfc3-4c7a-90a7-d29294c55f4c" providerId="ADAL" clId="{FADD2A81-CAD9-4879-80E6-E3416C9F49C5}" dt="2026-07-09T12:07:13.572" v="298" actId="12385"/>
          <ac:graphicFrameMkLst>
            <pc:docMk/>
            <pc:sldMk cId="1209626238" sldId="309"/>
            <ac:graphicFrameMk id="6" creationId="{C68C4C01-A0F4-F8C8-5657-BCB13106F721}"/>
          </ac:graphicFrameMkLst>
        </pc:graphicFrameChg>
      </pc:sldChg>
      <pc:sldChg chg="addSp modSp add mod">
        <pc:chgData name="Long Hoang" userId="5826c561-dfc3-4c7a-90a7-d29294c55f4c" providerId="ADAL" clId="{FADD2A81-CAD9-4879-80E6-E3416C9F49C5}" dt="2026-07-09T12:12:31.425" v="553"/>
        <pc:sldMkLst>
          <pc:docMk/>
          <pc:sldMk cId="2155147318" sldId="310"/>
        </pc:sldMkLst>
        <pc:spChg chg="mod">
          <ac:chgData name="Long Hoang" userId="5826c561-dfc3-4c7a-90a7-d29294c55f4c" providerId="ADAL" clId="{FADD2A81-CAD9-4879-80E6-E3416C9F49C5}" dt="2026-07-09T12:12:24.612" v="552" actId="20577"/>
          <ac:spMkLst>
            <pc:docMk/>
            <pc:sldMk cId="2155147318" sldId="310"/>
            <ac:spMk id="3" creationId="{F6316F3B-CAD2-3319-D4CA-72BA94424F94}"/>
          </ac:spMkLst>
        </pc:spChg>
        <pc:spChg chg="add mod">
          <ac:chgData name="Long Hoang" userId="5826c561-dfc3-4c7a-90a7-d29294c55f4c" providerId="ADAL" clId="{FADD2A81-CAD9-4879-80E6-E3416C9F49C5}" dt="2026-07-09T12:12:31.425" v="553"/>
          <ac:spMkLst>
            <pc:docMk/>
            <pc:sldMk cId="2155147318" sldId="310"/>
            <ac:spMk id="5" creationId="{37ED8F39-2D6E-DE45-DA52-085D9CC3FCFC}"/>
          </ac:spMkLst>
        </pc:spChg>
        <pc:picChg chg="add mod">
          <ac:chgData name="Long Hoang" userId="5826c561-dfc3-4c7a-90a7-d29294c55f4c" providerId="ADAL" clId="{FADD2A81-CAD9-4879-80E6-E3416C9F49C5}" dt="2026-07-09T12:12:31.425" v="553"/>
          <ac:picMkLst>
            <pc:docMk/>
            <pc:sldMk cId="2155147318" sldId="310"/>
            <ac:picMk id="4" creationId="{0C74AC23-B45B-ECAE-368C-10A561F0F6EA}"/>
          </ac:picMkLst>
        </pc:picChg>
      </pc:sldChg>
      <pc:sldChg chg="addSp modSp add mod">
        <pc:chgData name="Long Hoang" userId="5826c561-dfc3-4c7a-90a7-d29294c55f4c" providerId="ADAL" clId="{FADD2A81-CAD9-4879-80E6-E3416C9F49C5}" dt="2026-07-09T12:10:54.635" v="522" actId="20577"/>
        <pc:sldMkLst>
          <pc:docMk/>
          <pc:sldMk cId="1164148687" sldId="311"/>
        </pc:sldMkLst>
        <pc:spChg chg="mod">
          <ac:chgData name="Long Hoang" userId="5826c561-dfc3-4c7a-90a7-d29294c55f4c" providerId="ADAL" clId="{FADD2A81-CAD9-4879-80E6-E3416C9F49C5}" dt="2026-07-09T12:10:54.635" v="522" actId="20577"/>
          <ac:spMkLst>
            <pc:docMk/>
            <pc:sldMk cId="1164148687" sldId="311"/>
            <ac:spMk id="3" creationId="{EEAACAB3-8C7D-6737-5589-A2ECE58DD16A}"/>
          </ac:spMkLst>
        </pc:spChg>
        <pc:spChg chg="add mod">
          <ac:chgData name="Long Hoang" userId="5826c561-dfc3-4c7a-90a7-d29294c55f4c" providerId="ADAL" clId="{FADD2A81-CAD9-4879-80E6-E3416C9F49C5}" dt="2026-07-09T12:10:34.929" v="450" actId="1076"/>
          <ac:spMkLst>
            <pc:docMk/>
            <pc:sldMk cId="1164148687" sldId="311"/>
            <ac:spMk id="5" creationId="{27E478E8-A2E9-90B6-2813-C5F56986B353}"/>
          </ac:spMkLst>
        </pc:spChg>
        <pc:picChg chg="add mod">
          <ac:chgData name="Long Hoang" userId="5826c561-dfc3-4c7a-90a7-d29294c55f4c" providerId="ADAL" clId="{FADD2A81-CAD9-4879-80E6-E3416C9F49C5}" dt="2026-07-09T12:10:34.929" v="450" actId="1076"/>
          <ac:picMkLst>
            <pc:docMk/>
            <pc:sldMk cId="1164148687" sldId="311"/>
            <ac:picMk id="4" creationId="{E794D19D-B4A8-680E-3115-E96B62B4353D}"/>
          </ac:picMkLst>
        </pc:picChg>
      </pc:sldChg>
      <pc:sldChg chg="addSp modSp add mod">
        <pc:chgData name="Long Hoang" userId="5826c561-dfc3-4c7a-90a7-d29294c55f4c" providerId="ADAL" clId="{FADD2A81-CAD9-4879-80E6-E3416C9F49C5}" dt="2026-07-09T12:11:18.434" v="527"/>
        <pc:sldMkLst>
          <pc:docMk/>
          <pc:sldMk cId="2497724424" sldId="312"/>
        </pc:sldMkLst>
        <pc:spChg chg="mod">
          <ac:chgData name="Long Hoang" userId="5826c561-dfc3-4c7a-90a7-d29294c55f4c" providerId="ADAL" clId="{FADD2A81-CAD9-4879-80E6-E3416C9F49C5}" dt="2026-07-09T12:11:18.434" v="527"/>
          <ac:spMkLst>
            <pc:docMk/>
            <pc:sldMk cId="2497724424" sldId="312"/>
            <ac:spMk id="3" creationId="{697BD740-CCD4-DD08-E9A2-44F903BF3865}"/>
          </ac:spMkLst>
        </pc:spChg>
        <pc:spChg chg="add mod">
          <ac:chgData name="Long Hoang" userId="5826c561-dfc3-4c7a-90a7-d29294c55f4c" providerId="ADAL" clId="{FADD2A81-CAD9-4879-80E6-E3416C9F49C5}" dt="2026-07-09T12:11:07.247" v="525" actId="1076"/>
          <ac:spMkLst>
            <pc:docMk/>
            <pc:sldMk cId="2497724424" sldId="312"/>
            <ac:spMk id="4" creationId="{3170F0F2-DE77-FFD3-2109-581911375FD6}"/>
          </ac:spMkLst>
        </pc:spChg>
        <pc:graphicFrameChg chg="add mod modGraphic">
          <ac:chgData name="Long Hoang" userId="5826c561-dfc3-4c7a-90a7-d29294c55f4c" providerId="ADAL" clId="{FADD2A81-CAD9-4879-80E6-E3416C9F49C5}" dt="2026-07-09T12:11:13.378" v="526" actId="12385"/>
          <ac:graphicFrameMkLst>
            <pc:docMk/>
            <pc:sldMk cId="2497724424" sldId="312"/>
            <ac:graphicFrameMk id="5" creationId="{23E5983A-0F91-DA4E-7F89-AEA3058CBBF5}"/>
          </ac:graphicFrameMkLst>
        </pc:graphicFrameChg>
      </pc:sldChg>
      <pc:sldChg chg="addSp modSp add mod">
        <pc:chgData name="Long Hoang" userId="5826c561-dfc3-4c7a-90a7-d29294c55f4c" providerId="ADAL" clId="{FADD2A81-CAD9-4879-80E6-E3416C9F49C5}" dt="2026-07-09T12:12:16.529" v="547"/>
        <pc:sldMkLst>
          <pc:docMk/>
          <pc:sldMk cId="3334616754" sldId="313"/>
        </pc:sldMkLst>
        <pc:spChg chg="mod">
          <ac:chgData name="Long Hoang" userId="5826c561-dfc3-4c7a-90a7-d29294c55f4c" providerId="ADAL" clId="{FADD2A81-CAD9-4879-80E6-E3416C9F49C5}" dt="2026-07-09T12:12:16.529" v="547"/>
          <ac:spMkLst>
            <pc:docMk/>
            <pc:sldMk cId="3334616754" sldId="313"/>
            <ac:spMk id="3" creationId="{88A4AB16-F027-822A-BB18-73052AA27270}"/>
          </ac:spMkLst>
        </pc:spChg>
        <pc:spChg chg="add mod">
          <ac:chgData name="Long Hoang" userId="5826c561-dfc3-4c7a-90a7-d29294c55f4c" providerId="ADAL" clId="{FADD2A81-CAD9-4879-80E6-E3416C9F49C5}" dt="2026-07-09T12:11:34.325" v="529" actId="1076"/>
          <ac:spMkLst>
            <pc:docMk/>
            <pc:sldMk cId="3334616754" sldId="313"/>
            <ac:spMk id="5" creationId="{A981EE08-D8EA-3DCC-17F6-09612C68E682}"/>
          </ac:spMkLst>
        </pc:spChg>
        <pc:picChg chg="add mod">
          <ac:chgData name="Long Hoang" userId="5826c561-dfc3-4c7a-90a7-d29294c55f4c" providerId="ADAL" clId="{FADD2A81-CAD9-4879-80E6-E3416C9F49C5}" dt="2026-07-09T12:11:34.325" v="529" actId="1076"/>
          <ac:picMkLst>
            <pc:docMk/>
            <pc:sldMk cId="3334616754" sldId="313"/>
            <ac:picMk id="4" creationId="{35665826-965C-03FE-A884-08CFB7D5D564}"/>
          </ac:picMkLst>
        </pc:picChg>
      </pc:sldChg>
      <pc:sldChg chg="addSp modSp add mod">
        <pc:chgData name="Long Hoang" userId="5826c561-dfc3-4c7a-90a7-d29294c55f4c" providerId="ADAL" clId="{FADD2A81-CAD9-4879-80E6-E3416C9F49C5}" dt="2026-07-09T12:12:51.134" v="576" actId="20577"/>
        <pc:sldMkLst>
          <pc:docMk/>
          <pc:sldMk cId="869344021" sldId="314"/>
        </pc:sldMkLst>
        <pc:spChg chg="mod">
          <ac:chgData name="Long Hoang" userId="5826c561-dfc3-4c7a-90a7-d29294c55f4c" providerId="ADAL" clId="{FADD2A81-CAD9-4879-80E6-E3416C9F49C5}" dt="2026-07-09T12:12:51.134" v="576" actId="20577"/>
          <ac:spMkLst>
            <pc:docMk/>
            <pc:sldMk cId="869344021" sldId="314"/>
            <ac:spMk id="3" creationId="{BF129F31-36AA-0665-86DD-9A5A45B328E5}"/>
          </ac:spMkLst>
        </pc:spChg>
        <pc:spChg chg="add mod">
          <ac:chgData name="Long Hoang" userId="5826c561-dfc3-4c7a-90a7-d29294c55f4c" providerId="ADAL" clId="{FADD2A81-CAD9-4879-80E6-E3416C9F49C5}" dt="2026-07-09T12:12:41.093" v="555" actId="1076"/>
          <ac:spMkLst>
            <pc:docMk/>
            <pc:sldMk cId="869344021" sldId="314"/>
            <ac:spMk id="4" creationId="{C0E81D98-238F-0385-2C19-3F3F9E8A4B46}"/>
          </ac:spMkLst>
        </pc:spChg>
      </pc:sldChg>
      <pc:sldChg chg="addSp delSp modSp add mod">
        <pc:chgData name="Long Hoang" userId="5826c561-dfc3-4c7a-90a7-d29294c55f4c" providerId="ADAL" clId="{FADD2A81-CAD9-4879-80E6-E3416C9F49C5}" dt="2026-07-09T12:14:56.794" v="631"/>
        <pc:sldMkLst>
          <pc:docMk/>
          <pc:sldMk cId="2983721058" sldId="315"/>
        </pc:sldMkLst>
        <pc:spChg chg="add mod">
          <ac:chgData name="Long Hoang" userId="5826c561-dfc3-4c7a-90a7-d29294c55f4c" providerId="ADAL" clId="{FADD2A81-CAD9-4879-80E6-E3416C9F49C5}" dt="2026-07-09T12:14:42.468" v="622" actId="20577"/>
          <ac:spMkLst>
            <pc:docMk/>
            <pc:sldMk cId="2983721058" sldId="315"/>
            <ac:spMk id="7" creationId="{63FDACBA-743E-F092-176B-0EE238AF4933}"/>
          </ac:spMkLst>
        </pc:spChg>
        <pc:spChg chg="add mod">
          <ac:chgData name="Long Hoang" userId="5826c561-dfc3-4c7a-90a7-d29294c55f4c" providerId="ADAL" clId="{FADD2A81-CAD9-4879-80E6-E3416C9F49C5}" dt="2026-07-09T12:14:56.794" v="631"/>
          <ac:spMkLst>
            <pc:docMk/>
            <pc:sldMk cId="2983721058" sldId="315"/>
            <ac:spMk id="10" creationId="{4D90FB5C-FA3F-0AE2-8441-8C1A689B2B1F}"/>
          </ac:spMkLst>
        </pc:spChg>
        <pc:picChg chg="add mod">
          <ac:chgData name="Long Hoang" userId="5826c561-dfc3-4c7a-90a7-d29294c55f4c" providerId="ADAL" clId="{FADD2A81-CAD9-4879-80E6-E3416C9F49C5}" dt="2026-07-09T12:13:54.620" v="597" actId="1076"/>
          <ac:picMkLst>
            <pc:docMk/>
            <pc:sldMk cId="2983721058" sldId="315"/>
            <ac:picMk id="5" creationId="{F2A7824F-6E63-710F-E8A5-516B8B63D1DE}"/>
          </ac:picMkLst>
        </pc:picChg>
        <pc:picChg chg="add mod">
          <ac:chgData name="Long Hoang" userId="5826c561-dfc3-4c7a-90a7-d29294c55f4c" providerId="ADAL" clId="{FADD2A81-CAD9-4879-80E6-E3416C9F49C5}" dt="2026-07-09T12:13:59.352" v="598" actId="1076"/>
          <ac:picMkLst>
            <pc:docMk/>
            <pc:sldMk cId="2983721058" sldId="315"/>
            <ac:picMk id="6" creationId="{CC237B33-2220-6AC4-0F0F-E05B62D609FA}"/>
          </ac:picMkLst>
        </pc:picChg>
      </pc:sldChg>
      <pc:sldChg chg="addSp modSp add mod">
        <pc:chgData name="Long Hoang" userId="5826c561-dfc3-4c7a-90a7-d29294c55f4c" providerId="ADAL" clId="{FADD2A81-CAD9-4879-80E6-E3416C9F49C5}" dt="2026-07-09T12:16:30.396" v="696"/>
        <pc:sldMkLst>
          <pc:docMk/>
          <pc:sldMk cId="2915512192" sldId="316"/>
        </pc:sldMkLst>
        <pc:spChg chg="mod">
          <ac:chgData name="Long Hoang" userId="5826c561-dfc3-4c7a-90a7-d29294c55f4c" providerId="ADAL" clId="{FADD2A81-CAD9-4879-80E6-E3416C9F49C5}" dt="2026-07-09T12:16:21.249" v="693" actId="20577"/>
          <ac:spMkLst>
            <pc:docMk/>
            <pc:sldMk cId="2915512192" sldId="316"/>
            <ac:spMk id="3" creationId="{92494290-9BBC-9646-6969-B470CB008521}"/>
          </ac:spMkLst>
        </pc:spChg>
        <pc:graphicFrameChg chg="add mod">
          <ac:chgData name="Long Hoang" userId="5826c561-dfc3-4c7a-90a7-d29294c55f4c" providerId="ADAL" clId="{FADD2A81-CAD9-4879-80E6-E3416C9F49C5}" dt="2026-07-09T12:16:30.396" v="696"/>
          <ac:graphicFrameMkLst>
            <pc:docMk/>
            <pc:sldMk cId="2915512192" sldId="316"/>
            <ac:graphicFrameMk id="7" creationId="{3BA7C388-61D9-8991-0114-766246F29473}"/>
          </ac:graphicFrameMkLst>
        </pc:graphicFrameChg>
        <pc:picChg chg="add mod">
          <ac:chgData name="Long Hoang" userId="5826c561-dfc3-4c7a-90a7-d29294c55f4c" providerId="ADAL" clId="{FADD2A81-CAD9-4879-80E6-E3416C9F49C5}" dt="2026-07-09T12:16:30.396" v="696"/>
          <ac:picMkLst>
            <pc:docMk/>
            <pc:sldMk cId="2915512192" sldId="316"/>
            <ac:picMk id="6" creationId="{3C422ADF-0262-66F8-B20A-EBF71126F572}"/>
          </ac:picMkLst>
        </pc:picChg>
      </pc:sldChg>
      <pc:sldChg chg="addSp modSp add mod">
        <pc:chgData name="Long Hoang" userId="5826c561-dfc3-4c7a-90a7-d29294c55f4c" providerId="ADAL" clId="{FADD2A81-CAD9-4879-80E6-E3416C9F49C5}" dt="2026-07-09T12:15:49.318" v="668" actId="20577"/>
        <pc:sldMkLst>
          <pc:docMk/>
          <pc:sldMk cId="520634612" sldId="317"/>
        </pc:sldMkLst>
        <pc:spChg chg="mod">
          <ac:chgData name="Long Hoang" userId="5826c561-dfc3-4c7a-90a7-d29294c55f4c" providerId="ADAL" clId="{FADD2A81-CAD9-4879-80E6-E3416C9F49C5}" dt="2026-07-09T12:15:49.318" v="668" actId="20577"/>
          <ac:spMkLst>
            <pc:docMk/>
            <pc:sldMk cId="520634612" sldId="317"/>
            <ac:spMk id="3" creationId="{75B266C9-5460-F4DD-405C-94E132F33ADD}"/>
          </ac:spMkLst>
        </pc:spChg>
        <pc:spChg chg="add mod">
          <ac:chgData name="Long Hoang" userId="5826c561-dfc3-4c7a-90a7-d29294c55f4c" providerId="ADAL" clId="{FADD2A81-CAD9-4879-80E6-E3416C9F49C5}" dt="2026-07-09T12:15:31.749" v="637" actId="1076"/>
          <ac:spMkLst>
            <pc:docMk/>
            <pc:sldMk cId="520634612" sldId="317"/>
            <ac:spMk id="4" creationId="{AD9DF0B2-B3C8-223D-FD56-70C4EEEF90F3}"/>
          </ac:spMkLst>
        </pc:spChg>
        <pc:graphicFrameChg chg="add mod modGraphic">
          <ac:chgData name="Long Hoang" userId="5826c561-dfc3-4c7a-90a7-d29294c55f4c" providerId="ADAL" clId="{FADD2A81-CAD9-4879-80E6-E3416C9F49C5}" dt="2026-07-09T12:15:35.042" v="638" actId="12385"/>
          <ac:graphicFrameMkLst>
            <pc:docMk/>
            <pc:sldMk cId="520634612" sldId="317"/>
            <ac:graphicFrameMk id="5" creationId="{35F28FDE-66F3-86AC-06B2-22CC0599DC22}"/>
          </ac:graphicFrameMkLst>
        </pc:graphicFrameChg>
      </pc:sldChg>
      <pc:sldChg chg="addSp modSp add mod">
        <pc:chgData name="Long Hoang" userId="5826c561-dfc3-4c7a-90a7-d29294c55f4c" providerId="ADAL" clId="{FADD2A81-CAD9-4879-80E6-E3416C9F49C5}" dt="2026-07-09T12:17:09.420" v="706" actId="1076"/>
        <pc:sldMkLst>
          <pc:docMk/>
          <pc:sldMk cId="3399486477" sldId="318"/>
        </pc:sldMkLst>
        <pc:graphicFrameChg chg="add mod modGraphic">
          <ac:chgData name="Long Hoang" userId="5826c561-dfc3-4c7a-90a7-d29294c55f4c" providerId="ADAL" clId="{FADD2A81-CAD9-4879-80E6-E3416C9F49C5}" dt="2026-07-09T12:17:07.446" v="705" actId="1076"/>
          <ac:graphicFrameMkLst>
            <pc:docMk/>
            <pc:sldMk cId="3399486477" sldId="318"/>
            <ac:graphicFrameMk id="4" creationId="{B9FE9390-9874-CA48-8EBB-54CFA8E82658}"/>
          </ac:graphicFrameMkLst>
        </pc:graphicFrameChg>
        <pc:picChg chg="add mod">
          <ac:chgData name="Long Hoang" userId="5826c561-dfc3-4c7a-90a7-d29294c55f4c" providerId="ADAL" clId="{FADD2A81-CAD9-4879-80E6-E3416C9F49C5}" dt="2026-07-09T12:17:09.420" v="706" actId="1076"/>
          <ac:picMkLst>
            <pc:docMk/>
            <pc:sldMk cId="3399486477" sldId="318"/>
            <ac:picMk id="5" creationId="{7E8BAFCD-18AA-5634-CA46-520EC441DFA9}"/>
          </ac:picMkLst>
        </pc:picChg>
      </pc:sldChg>
      <pc:sldChg chg="addSp modSp add mod">
        <pc:chgData name="Long Hoang" userId="5826c561-dfc3-4c7a-90a7-d29294c55f4c" providerId="ADAL" clId="{FADD2A81-CAD9-4879-80E6-E3416C9F49C5}" dt="2026-07-09T12:33:41.182" v="1151" actId="20577"/>
        <pc:sldMkLst>
          <pc:docMk/>
          <pc:sldMk cId="1451582464" sldId="320"/>
        </pc:sldMkLst>
        <pc:spChg chg="add mod">
          <ac:chgData name="Long Hoang" userId="5826c561-dfc3-4c7a-90a7-d29294c55f4c" providerId="ADAL" clId="{FADD2A81-CAD9-4879-80E6-E3416C9F49C5}" dt="2026-07-09T12:33:41.182" v="1151" actId="20577"/>
          <ac:spMkLst>
            <pc:docMk/>
            <pc:sldMk cId="1451582464" sldId="320"/>
            <ac:spMk id="4" creationId="{816A77D6-54CB-ED4E-7A32-EF4EE2D304A2}"/>
          </ac:spMkLst>
        </pc:spChg>
        <pc:picChg chg="add mod">
          <ac:chgData name="Long Hoang" userId="5826c561-dfc3-4c7a-90a7-d29294c55f4c" providerId="ADAL" clId="{FADD2A81-CAD9-4879-80E6-E3416C9F49C5}" dt="2026-07-09T12:33:08.978" v="1086" actId="1076"/>
          <ac:picMkLst>
            <pc:docMk/>
            <pc:sldMk cId="1451582464" sldId="320"/>
            <ac:picMk id="3" creationId="{C582D432-E508-8CA8-AB4F-78AF39A89C81}"/>
          </ac:picMkLst>
        </pc:picChg>
      </pc:sldChg>
      <pc:sldChg chg="addSp modSp add mod ord">
        <pc:chgData name="Long Hoang" userId="5826c561-dfc3-4c7a-90a7-d29294c55f4c" providerId="ADAL" clId="{FADD2A81-CAD9-4879-80E6-E3416C9F49C5}" dt="2026-07-16T03:08:00.576" v="1506"/>
        <pc:sldMkLst>
          <pc:docMk/>
          <pc:sldMk cId="2589291126" sldId="321"/>
        </pc:sldMkLst>
        <pc:spChg chg="add mod">
          <ac:chgData name="Long Hoang" userId="5826c561-dfc3-4c7a-90a7-d29294c55f4c" providerId="ADAL" clId="{FADD2A81-CAD9-4879-80E6-E3416C9F49C5}" dt="2026-07-16T03:08:00.576" v="1506"/>
          <ac:spMkLst>
            <pc:docMk/>
            <pc:sldMk cId="2589291126" sldId="321"/>
            <ac:spMk id="3" creationId="{E837D52B-8A60-4420-87F0-0E6F1F091EB0}"/>
          </ac:spMkLst>
        </pc:spChg>
        <pc:picChg chg="add mod">
          <ac:chgData name="Long Hoang" userId="5826c561-dfc3-4c7a-90a7-d29294c55f4c" providerId="ADAL" clId="{FADD2A81-CAD9-4879-80E6-E3416C9F49C5}" dt="2026-07-16T03:07:25.527" v="1491" actId="1076"/>
          <ac:picMkLst>
            <pc:docMk/>
            <pc:sldMk cId="2589291126" sldId="321"/>
            <ac:picMk id="5" creationId="{8D079FB0-541F-A1D6-7B78-16F2E213FB0D}"/>
          </ac:picMkLst>
        </pc:picChg>
        <pc:picChg chg="add mod">
          <ac:chgData name="Long Hoang" userId="5826c561-dfc3-4c7a-90a7-d29294c55f4c" providerId="ADAL" clId="{FADD2A81-CAD9-4879-80E6-E3416C9F49C5}" dt="2026-07-16T03:07:33.491" v="1493" actId="1076"/>
          <ac:picMkLst>
            <pc:docMk/>
            <pc:sldMk cId="2589291126" sldId="321"/>
            <ac:picMk id="7" creationId="{DBBBBF59-2922-A809-4B54-C0977D20BC4E}"/>
          </ac:picMkLst>
        </pc:picChg>
      </pc:sldChg>
      <pc:sldChg chg="addSp modSp add mod">
        <pc:chgData name="Long Hoang" userId="5826c561-dfc3-4c7a-90a7-d29294c55f4c" providerId="ADAL" clId="{FADD2A81-CAD9-4879-80E6-E3416C9F49C5}" dt="2026-07-09T12:31:29.146" v="1078" actId="255"/>
        <pc:sldMkLst>
          <pc:docMk/>
          <pc:sldMk cId="2302820587" sldId="322"/>
        </pc:sldMkLst>
        <pc:spChg chg="add mod">
          <ac:chgData name="Long Hoang" userId="5826c561-dfc3-4c7a-90a7-d29294c55f4c" providerId="ADAL" clId="{FADD2A81-CAD9-4879-80E6-E3416C9F49C5}" dt="2026-07-09T12:21:28.416" v="887" actId="20577"/>
          <ac:spMkLst>
            <pc:docMk/>
            <pc:sldMk cId="2302820587" sldId="322"/>
            <ac:spMk id="3" creationId="{AD612CEB-9584-0F65-50A1-5806FAE2C3E7}"/>
          </ac:spMkLst>
        </pc:spChg>
        <pc:spChg chg="add mod">
          <ac:chgData name="Long Hoang" userId="5826c561-dfc3-4c7a-90a7-d29294c55f4c" providerId="ADAL" clId="{FADD2A81-CAD9-4879-80E6-E3416C9F49C5}" dt="2026-07-09T12:31:29.146" v="1078" actId="255"/>
          <ac:spMkLst>
            <pc:docMk/>
            <pc:sldMk cId="2302820587" sldId="322"/>
            <ac:spMk id="4" creationId="{4D6D2ED1-BAF4-AF8F-AC61-A3F2C7150ADD}"/>
          </ac:spMkLst>
        </pc:spChg>
        <pc:spChg chg="add mod">
          <ac:chgData name="Long Hoang" userId="5826c561-dfc3-4c7a-90a7-d29294c55f4c" providerId="ADAL" clId="{FADD2A81-CAD9-4879-80E6-E3416C9F49C5}" dt="2026-07-09T12:31:29.146" v="1078" actId="255"/>
          <ac:spMkLst>
            <pc:docMk/>
            <pc:sldMk cId="2302820587" sldId="322"/>
            <ac:spMk id="5" creationId="{89D6CCA3-CAEE-9638-8AD9-194900DE55FC}"/>
          </ac:spMkLst>
        </pc:spChg>
        <pc:picChg chg="add mod">
          <ac:chgData name="Long Hoang" userId="5826c561-dfc3-4c7a-90a7-d29294c55f4c" providerId="ADAL" clId="{FADD2A81-CAD9-4879-80E6-E3416C9F49C5}" dt="2026-07-09T12:22:46.355" v="903" actId="1076"/>
          <ac:picMkLst>
            <pc:docMk/>
            <pc:sldMk cId="2302820587" sldId="322"/>
            <ac:picMk id="1026" creationId="{3D8EC482-A4CB-C0F0-59C4-5DA3E297F554}"/>
          </ac:picMkLst>
        </pc:picChg>
        <pc:picChg chg="add mod">
          <ac:chgData name="Long Hoang" userId="5826c561-dfc3-4c7a-90a7-d29294c55f4c" providerId="ADAL" clId="{FADD2A81-CAD9-4879-80E6-E3416C9F49C5}" dt="2026-07-09T12:22:36.955" v="902" actId="1076"/>
          <ac:picMkLst>
            <pc:docMk/>
            <pc:sldMk cId="2302820587" sldId="322"/>
            <ac:picMk id="1028" creationId="{6AE11F31-1B22-302F-2BFD-7D58C4123607}"/>
          </ac:picMkLst>
        </pc:picChg>
      </pc:sldChg>
      <pc:sldChg chg="addSp modSp add mod">
        <pc:chgData name="Long Hoang" userId="5826c561-dfc3-4c7a-90a7-d29294c55f4c" providerId="ADAL" clId="{FADD2A81-CAD9-4879-80E6-E3416C9F49C5}" dt="2026-07-09T12:20:53.990" v="843" actId="1076"/>
        <pc:sldMkLst>
          <pc:docMk/>
          <pc:sldMk cId="1351964942" sldId="323"/>
        </pc:sldMkLst>
        <pc:spChg chg="add mod">
          <ac:chgData name="Long Hoang" userId="5826c561-dfc3-4c7a-90a7-d29294c55f4c" providerId="ADAL" clId="{FADD2A81-CAD9-4879-80E6-E3416C9F49C5}" dt="2026-07-09T12:20:50.881" v="842" actId="20577"/>
          <ac:spMkLst>
            <pc:docMk/>
            <pc:sldMk cId="1351964942" sldId="323"/>
            <ac:spMk id="4" creationId="{CCF301AE-AF7B-AE5A-C313-DB76272B459E}"/>
          </ac:spMkLst>
        </pc:spChg>
        <pc:graphicFrameChg chg="add mod modGraphic">
          <ac:chgData name="Long Hoang" userId="5826c561-dfc3-4c7a-90a7-d29294c55f4c" providerId="ADAL" clId="{FADD2A81-CAD9-4879-80E6-E3416C9F49C5}" dt="2026-07-09T12:20:53.990" v="843" actId="1076"/>
          <ac:graphicFrameMkLst>
            <pc:docMk/>
            <pc:sldMk cId="1351964942" sldId="323"/>
            <ac:graphicFrameMk id="3" creationId="{BBF0D213-C213-8DD5-098B-98AADA66CE71}"/>
          </ac:graphicFrameMkLst>
        </pc:graphicFrameChg>
      </pc:sldChg>
      <pc:sldChg chg="addSp modSp add mod">
        <pc:chgData name="Long Hoang" userId="5826c561-dfc3-4c7a-90a7-d29294c55f4c" providerId="ADAL" clId="{FADD2A81-CAD9-4879-80E6-E3416C9F49C5}" dt="2026-07-09T12:20:37.721" v="812" actId="20577"/>
        <pc:sldMkLst>
          <pc:docMk/>
          <pc:sldMk cId="353659695" sldId="324"/>
        </pc:sldMkLst>
        <pc:spChg chg="add mod">
          <ac:chgData name="Long Hoang" userId="5826c561-dfc3-4c7a-90a7-d29294c55f4c" providerId="ADAL" clId="{FADD2A81-CAD9-4879-80E6-E3416C9F49C5}" dt="2026-07-09T12:18:18.114" v="723" actId="255"/>
          <ac:spMkLst>
            <pc:docMk/>
            <pc:sldMk cId="353659695" sldId="324"/>
            <ac:spMk id="3" creationId="{EF40E620-9061-5D39-43A0-76E7D7B38189}"/>
          </ac:spMkLst>
        </pc:spChg>
        <pc:spChg chg="add mod">
          <ac:chgData name="Long Hoang" userId="5826c561-dfc3-4c7a-90a7-d29294c55f4c" providerId="ADAL" clId="{FADD2A81-CAD9-4879-80E6-E3416C9F49C5}" dt="2026-07-09T12:20:37.721" v="812" actId="20577"/>
          <ac:spMkLst>
            <pc:docMk/>
            <pc:sldMk cId="353659695" sldId="324"/>
            <ac:spMk id="5" creationId="{616A4BCA-EB45-4904-CBB6-637C7398A193}"/>
          </ac:spMkLst>
        </pc:spChg>
        <pc:picChg chg="add mod">
          <ac:chgData name="Long Hoang" userId="5826c561-dfc3-4c7a-90a7-d29294c55f4c" providerId="ADAL" clId="{FADD2A81-CAD9-4879-80E6-E3416C9F49C5}" dt="2026-07-09T12:18:15.358" v="722" actId="1076"/>
          <ac:picMkLst>
            <pc:docMk/>
            <pc:sldMk cId="353659695" sldId="324"/>
            <ac:picMk id="4" creationId="{5FF6F8C6-FB5E-AD44-919A-A74B7E967C94}"/>
          </ac:picMkLst>
        </pc:picChg>
      </pc:sldChg>
      <pc:sldChg chg="addSp modSp add mod">
        <pc:chgData name="Long Hoang" userId="5826c561-dfc3-4c7a-90a7-d29294c55f4c" providerId="ADAL" clId="{FADD2A81-CAD9-4879-80E6-E3416C9F49C5}" dt="2026-07-09T12:20:31.674" v="793" actId="20577"/>
        <pc:sldMkLst>
          <pc:docMk/>
          <pc:sldMk cId="2387346348" sldId="325"/>
        </pc:sldMkLst>
        <pc:spChg chg="add mod">
          <ac:chgData name="Long Hoang" userId="5826c561-dfc3-4c7a-90a7-d29294c55f4c" providerId="ADAL" clId="{FADD2A81-CAD9-4879-80E6-E3416C9F49C5}" dt="2026-07-09T12:18:01.709" v="720" actId="255"/>
          <ac:spMkLst>
            <pc:docMk/>
            <pc:sldMk cId="2387346348" sldId="325"/>
            <ac:spMk id="3" creationId="{0059600D-EF07-8801-14FA-DB4BAF070DF4}"/>
          </ac:spMkLst>
        </pc:spChg>
        <pc:spChg chg="add mod">
          <ac:chgData name="Long Hoang" userId="5826c561-dfc3-4c7a-90a7-d29294c55f4c" providerId="ADAL" clId="{FADD2A81-CAD9-4879-80E6-E3416C9F49C5}" dt="2026-07-09T12:20:31.674" v="793" actId="20577"/>
          <ac:spMkLst>
            <pc:docMk/>
            <pc:sldMk cId="2387346348" sldId="325"/>
            <ac:spMk id="5" creationId="{90C5BB9B-3D59-16C4-7650-BB481E152048}"/>
          </ac:spMkLst>
        </pc:spChg>
        <pc:picChg chg="add mod">
          <ac:chgData name="Long Hoang" userId="5826c561-dfc3-4c7a-90a7-d29294c55f4c" providerId="ADAL" clId="{FADD2A81-CAD9-4879-80E6-E3416C9F49C5}" dt="2026-07-09T12:17:58.392" v="719"/>
          <ac:picMkLst>
            <pc:docMk/>
            <pc:sldMk cId="2387346348" sldId="325"/>
            <ac:picMk id="4" creationId="{C8C910CC-55DA-0E74-D938-B197A61D95C2}"/>
          </ac:picMkLst>
        </pc:picChg>
      </pc:sldChg>
      <pc:sldChg chg="addSp modSp add mod">
        <pc:chgData name="Long Hoang" userId="5826c561-dfc3-4c7a-90a7-d29294c55f4c" providerId="ADAL" clId="{FADD2A81-CAD9-4879-80E6-E3416C9F49C5}" dt="2026-07-09T12:20:59.884" v="845"/>
        <pc:sldMkLst>
          <pc:docMk/>
          <pc:sldMk cId="1586631355" sldId="326"/>
        </pc:sldMkLst>
        <pc:spChg chg="add mod">
          <ac:chgData name="Long Hoang" userId="5826c561-dfc3-4c7a-90a7-d29294c55f4c" providerId="ADAL" clId="{FADD2A81-CAD9-4879-80E6-E3416C9F49C5}" dt="2026-07-09T12:20:59.884" v="845"/>
          <ac:spMkLst>
            <pc:docMk/>
            <pc:sldMk cId="1586631355" sldId="326"/>
            <ac:spMk id="4" creationId="{C0AA78DC-6962-928C-9278-9C9F0C40E0C9}"/>
          </ac:spMkLst>
        </pc:spChg>
        <pc:graphicFrameChg chg="add mod modGraphic">
          <ac:chgData name="Long Hoang" userId="5826c561-dfc3-4c7a-90a7-d29294c55f4c" providerId="ADAL" clId="{FADD2A81-CAD9-4879-80E6-E3416C9F49C5}" dt="2026-07-09T12:19:58.506" v="736" actId="1076"/>
          <ac:graphicFrameMkLst>
            <pc:docMk/>
            <pc:sldMk cId="1586631355" sldId="326"/>
            <ac:graphicFrameMk id="3" creationId="{87BCF64F-6772-5F96-46C2-06E175874190}"/>
          </ac:graphicFrameMkLst>
        </pc:graphicFrameChg>
      </pc:sldChg>
      <pc:sldChg chg="addSp modSp add mod">
        <pc:chgData name="Long Hoang" userId="5826c561-dfc3-4c7a-90a7-d29294c55f4c" providerId="ADAL" clId="{FADD2A81-CAD9-4879-80E6-E3416C9F49C5}" dt="2026-07-09T12:20:56.661" v="844"/>
        <pc:sldMkLst>
          <pc:docMk/>
          <pc:sldMk cId="3692183604" sldId="327"/>
        </pc:sldMkLst>
        <pc:spChg chg="add mod">
          <ac:chgData name="Long Hoang" userId="5826c561-dfc3-4c7a-90a7-d29294c55f4c" providerId="ADAL" clId="{FADD2A81-CAD9-4879-80E6-E3416C9F49C5}" dt="2026-07-09T12:20:56.661" v="844"/>
          <ac:spMkLst>
            <pc:docMk/>
            <pc:sldMk cId="3692183604" sldId="327"/>
            <ac:spMk id="4" creationId="{24C2A064-524E-D852-4229-601ED3BE9344}"/>
          </ac:spMkLst>
        </pc:spChg>
        <pc:graphicFrameChg chg="add mod modGraphic">
          <ac:chgData name="Long Hoang" userId="5826c561-dfc3-4c7a-90a7-d29294c55f4c" providerId="ADAL" clId="{FADD2A81-CAD9-4879-80E6-E3416C9F49C5}" dt="2026-07-09T12:19:53.326" v="735" actId="1076"/>
          <ac:graphicFrameMkLst>
            <pc:docMk/>
            <pc:sldMk cId="3692183604" sldId="327"/>
            <ac:graphicFrameMk id="3" creationId="{FF16FA80-4A84-F07F-DA43-3416E8B2B77E}"/>
          </ac:graphicFrameMkLst>
        </pc:graphicFrameChg>
      </pc:sldChg>
      <pc:sldChg chg="addSp modSp add del mod">
        <pc:chgData name="Long Hoang" userId="5826c561-dfc3-4c7a-90a7-d29294c55f4c" providerId="ADAL" clId="{FADD2A81-CAD9-4879-80E6-E3416C9F49C5}" dt="2026-07-09T12:32:08.401" v="1084" actId="255"/>
        <pc:sldMkLst>
          <pc:docMk/>
          <pc:sldMk cId="3795147091" sldId="328"/>
        </pc:sldMkLst>
        <pc:spChg chg="add mod">
          <ac:chgData name="Long Hoang" userId="5826c561-dfc3-4c7a-90a7-d29294c55f4c" providerId="ADAL" clId="{FADD2A81-CAD9-4879-80E6-E3416C9F49C5}" dt="2026-07-09T12:32:08.401" v="1084" actId="255"/>
          <ac:spMkLst>
            <pc:docMk/>
            <pc:sldMk cId="3795147091" sldId="328"/>
            <ac:spMk id="4" creationId="{83AFC6C6-7919-1AEF-E817-749098C77A43}"/>
          </ac:spMkLst>
        </pc:spChg>
        <pc:spChg chg="add mod">
          <ac:chgData name="Long Hoang" userId="5826c561-dfc3-4c7a-90a7-d29294c55f4c" providerId="ADAL" clId="{FADD2A81-CAD9-4879-80E6-E3416C9F49C5}" dt="2026-07-09T12:32:08.401" v="1084" actId="255"/>
          <ac:spMkLst>
            <pc:docMk/>
            <pc:sldMk cId="3795147091" sldId="328"/>
            <ac:spMk id="5" creationId="{44043191-B687-BB51-E5FB-3FA955F4CAA2}"/>
          </ac:spMkLst>
        </pc:spChg>
        <pc:picChg chg="add mod">
          <ac:chgData name="Long Hoang" userId="5826c561-dfc3-4c7a-90a7-d29294c55f4c" providerId="ADAL" clId="{FADD2A81-CAD9-4879-80E6-E3416C9F49C5}" dt="2026-07-09T12:25:49.520" v="939" actId="1076"/>
          <ac:picMkLst>
            <pc:docMk/>
            <pc:sldMk cId="3795147091" sldId="328"/>
            <ac:picMk id="4098" creationId="{3D0C6863-F640-D224-04FA-9D99D941E7A1}"/>
          </ac:picMkLst>
        </pc:picChg>
        <pc:picChg chg="add mod">
          <ac:chgData name="Long Hoang" userId="5826c561-dfc3-4c7a-90a7-d29294c55f4c" providerId="ADAL" clId="{FADD2A81-CAD9-4879-80E6-E3416C9F49C5}" dt="2026-07-09T12:26:14.495" v="942" actId="1076"/>
          <ac:picMkLst>
            <pc:docMk/>
            <pc:sldMk cId="3795147091" sldId="328"/>
            <ac:picMk id="4100" creationId="{9DCC2148-0C71-A47A-A044-1C9D57E4E8C6}"/>
          </ac:picMkLst>
        </pc:picChg>
      </pc:sldChg>
      <pc:sldChg chg="addSp modSp add mod">
        <pc:chgData name="Long Hoang" userId="5826c561-dfc3-4c7a-90a7-d29294c55f4c" providerId="ADAL" clId="{FADD2A81-CAD9-4879-80E6-E3416C9F49C5}" dt="2026-07-09T12:31:41.708" v="1080" actId="255"/>
        <pc:sldMkLst>
          <pc:docMk/>
          <pc:sldMk cId="2620588211" sldId="329"/>
        </pc:sldMkLst>
        <pc:spChg chg="add mod">
          <ac:chgData name="Long Hoang" userId="5826c561-dfc3-4c7a-90a7-d29294c55f4c" providerId="ADAL" clId="{FADD2A81-CAD9-4879-80E6-E3416C9F49C5}" dt="2026-07-09T12:31:41.708" v="1080" actId="255"/>
          <ac:spMkLst>
            <pc:docMk/>
            <pc:sldMk cId="2620588211" sldId="329"/>
            <ac:spMk id="4" creationId="{07619690-AA8A-87E6-D55D-28C2E06B7787}"/>
          </ac:spMkLst>
        </pc:spChg>
        <pc:spChg chg="add mod">
          <ac:chgData name="Long Hoang" userId="5826c561-dfc3-4c7a-90a7-d29294c55f4c" providerId="ADAL" clId="{FADD2A81-CAD9-4879-80E6-E3416C9F49C5}" dt="2026-07-09T12:31:41.708" v="1080" actId="255"/>
          <ac:spMkLst>
            <pc:docMk/>
            <pc:sldMk cId="2620588211" sldId="329"/>
            <ac:spMk id="5" creationId="{6993E687-0ED0-5216-E146-952485E894F0}"/>
          </ac:spMkLst>
        </pc:spChg>
        <pc:picChg chg="add mod">
          <ac:chgData name="Long Hoang" userId="5826c561-dfc3-4c7a-90a7-d29294c55f4c" providerId="ADAL" clId="{FADD2A81-CAD9-4879-80E6-E3416C9F49C5}" dt="2026-07-09T12:24:08.907" v="919" actId="1076"/>
          <ac:picMkLst>
            <pc:docMk/>
            <pc:sldMk cId="2620588211" sldId="329"/>
            <ac:picMk id="2050" creationId="{B0FB5BBB-2298-8652-F92A-28AD86EBD5F4}"/>
          </ac:picMkLst>
        </pc:picChg>
        <pc:picChg chg="add mod">
          <ac:chgData name="Long Hoang" userId="5826c561-dfc3-4c7a-90a7-d29294c55f4c" providerId="ADAL" clId="{FADD2A81-CAD9-4879-80E6-E3416C9F49C5}" dt="2026-07-09T12:24:06.039" v="918" actId="1076"/>
          <ac:picMkLst>
            <pc:docMk/>
            <pc:sldMk cId="2620588211" sldId="329"/>
            <ac:picMk id="2052" creationId="{7BC9BCF8-C019-E6EC-E3EC-5B18B478D67D}"/>
          </ac:picMkLst>
        </pc:picChg>
      </pc:sldChg>
      <pc:sldChg chg="addSp modSp add mod">
        <pc:chgData name="Long Hoang" userId="5826c561-dfc3-4c7a-90a7-d29294c55f4c" providerId="ADAL" clId="{FADD2A81-CAD9-4879-80E6-E3416C9F49C5}" dt="2026-07-09T12:31:56.059" v="1082" actId="255"/>
        <pc:sldMkLst>
          <pc:docMk/>
          <pc:sldMk cId="3800554716" sldId="330"/>
        </pc:sldMkLst>
        <pc:spChg chg="add mod">
          <ac:chgData name="Long Hoang" userId="5826c561-dfc3-4c7a-90a7-d29294c55f4c" providerId="ADAL" clId="{FADD2A81-CAD9-4879-80E6-E3416C9F49C5}" dt="2026-07-09T12:31:56.059" v="1082" actId="255"/>
          <ac:spMkLst>
            <pc:docMk/>
            <pc:sldMk cId="3800554716" sldId="330"/>
            <ac:spMk id="4" creationId="{36A6E550-8ECE-C37A-AECD-2D96BB7D6582}"/>
          </ac:spMkLst>
        </pc:spChg>
        <pc:spChg chg="add mod">
          <ac:chgData name="Long Hoang" userId="5826c561-dfc3-4c7a-90a7-d29294c55f4c" providerId="ADAL" clId="{FADD2A81-CAD9-4879-80E6-E3416C9F49C5}" dt="2026-07-09T12:31:56.059" v="1082" actId="255"/>
          <ac:spMkLst>
            <pc:docMk/>
            <pc:sldMk cId="3800554716" sldId="330"/>
            <ac:spMk id="5" creationId="{29A18A13-2B52-1C63-4CD6-6B569C594830}"/>
          </ac:spMkLst>
        </pc:spChg>
        <pc:picChg chg="add mod">
          <ac:chgData name="Long Hoang" userId="5826c561-dfc3-4c7a-90a7-d29294c55f4c" providerId="ADAL" clId="{FADD2A81-CAD9-4879-80E6-E3416C9F49C5}" dt="2026-07-09T12:25:04.021" v="929" actId="1076"/>
          <ac:picMkLst>
            <pc:docMk/>
            <pc:sldMk cId="3800554716" sldId="330"/>
            <ac:picMk id="3074" creationId="{0AFCAB4B-7D7E-F230-C08F-7858CB14FB2B}"/>
          </ac:picMkLst>
        </pc:picChg>
        <pc:picChg chg="add mod">
          <ac:chgData name="Long Hoang" userId="5826c561-dfc3-4c7a-90a7-d29294c55f4c" providerId="ADAL" clId="{FADD2A81-CAD9-4879-80E6-E3416C9F49C5}" dt="2026-07-09T12:25:01.305" v="928" actId="1076"/>
          <ac:picMkLst>
            <pc:docMk/>
            <pc:sldMk cId="3800554716" sldId="330"/>
            <ac:picMk id="3076" creationId="{F8F4C2D4-7C79-C4A5-C562-E14EA1240DDD}"/>
          </ac:picMkLst>
        </pc:picChg>
      </pc:sldChg>
      <pc:sldChg chg="addSp modSp add mod">
        <pc:chgData name="Long Hoang" userId="5826c561-dfc3-4c7a-90a7-d29294c55f4c" providerId="ADAL" clId="{FADD2A81-CAD9-4879-80E6-E3416C9F49C5}" dt="2026-07-09T12:31:08.555" v="1076" actId="20577"/>
        <pc:sldMkLst>
          <pc:docMk/>
          <pc:sldMk cId="3178371093" sldId="331"/>
        </pc:sldMkLst>
        <pc:spChg chg="mod">
          <ac:chgData name="Long Hoang" userId="5826c561-dfc3-4c7a-90a7-d29294c55f4c" providerId="ADAL" clId="{FADD2A81-CAD9-4879-80E6-E3416C9F49C5}" dt="2026-07-09T12:26:44.047" v="1000" actId="20577"/>
          <ac:spMkLst>
            <pc:docMk/>
            <pc:sldMk cId="3178371093" sldId="331"/>
            <ac:spMk id="3" creationId="{45BBDC32-5D95-6AF8-E89D-EC5AE64DDB1B}"/>
          </ac:spMkLst>
        </pc:spChg>
        <pc:spChg chg="add mod">
          <ac:chgData name="Long Hoang" userId="5826c561-dfc3-4c7a-90a7-d29294c55f4c" providerId="ADAL" clId="{FADD2A81-CAD9-4879-80E6-E3416C9F49C5}" dt="2026-07-09T12:31:08.555" v="1076" actId="20577"/>
          <ac:spMkLst>
            <pc:docMk/>
            <pc:sldMk cId="3178371093" sldId="331"/>
            <ac:spMk id="5" creationId="{36FF2F56-EE9E-59EF-B12A-6C258B6393A6}"/>
          </ac:spMkLst>
        </pc:spChg>
        <pc:picChg chg="add mod">
          <ac:chgData name="Long Hoang" userId="5826c561-dfc3-4c7a-90a7-d29294c55f4c" providerId="ADAL" clId="{FADD2A81-CAD9-4879-80E6-E3416C9F49C5}" dt="2026-07-09T12:27:00.707" v="1006" actId="1076"/>
          <ac:picMkLst>
            <pc:docMk/>
            <pc:sldMk cId="3178371093" sldId="331"/>
            <ac:picMk id="4" creationId="{D66E5989-3CC8-4C87-A88F-2D67B149E70D}"/>
          </ac:picMkLst>
        </pc:picChg>
      </pc:sldChg>
      <pc:sldChg chg="addSp delSp modSp add mod">
        <pc:chgData name="Long Hoang" userId="5826c561-dfc3-4c7a-90a7-d29294c55f4c" providerId="ADAL" clId="{FADD2A81-CAD9-4879-80E6-E3416C9F49C5}" dt="2026-07-09T12:36:01.249" v="1311" actId="20577"/>
        <pc:sldMkLst>
          <pc:docMk/>
          <pc:sldMk cId="1014382691" sldId="332"/>
        </pc:sldMkLst>
        <pc:spChg chg="mod">
          <ac:chgData name="Long Hoang" userId="5826c561-dfc3-4c7a-90a7-d29294c55f4c" providerId="ADAL" clId="{FADD2A81-CAD9-4879-80E6-E3416C9F49C5}" dt="2026-07-09T12:27:17.494" v="1017"/>
          <ac:spMkLst>
            <pc:docMk/>
            <pc:sldMk cId="1014382691" sldId="332"/>
            <ac:spMk id="3" creationId="{6F5EB157-ED73-A7C1-F05F-5BAB4BD5B66C}"/>
          </ac:spMkLst>
        </pc:spChg>
        <pc:spChg chg="add mod">
          <ac:chgData name="Long Hoang" userId="5826c561-dfc3-4c7a-90a7-d29294c55f4c" providerId="ADAL" clId="{FADD2A81-CAD9-4879-80E6-E3416C9F49C5}" dt="2026-07-09T12:34:31.877" v="1205" actId="20577"/>
          <ac:spMkLst>
            <pc:docMk/>
            <pc:sldMk cId="1014382691" sldId="332"/>
            <ac:spMk id="10" creationId="{E21DEFD9-CCE4-BDAC-77A0-537A892033D6}"/>
          </ac:spMkLst>
        </pc:spChg>
        <pc:spChg chg="add mod">
          <ac:chgData name="Long Hoang" userId="5826c561-dfc3-4c7a-90a7-d29294c55f4c" providerId="ADAL" clId="{FADD2A81-CAD9-4879-80E6-E3416C9F49C5}" dt="2026-07-09T12:34:59.617" v="1243" actId="20577"/>
          <ac:spMkLst>
            <pc:docMk/>
            <pc:sldMk cId="1014382691" sldId="332"/>
            <ac:spMk id="12" creationId="{78672BB8-19E9-1316-5909-3B7C2BEE229A}"/>
          </ac:spMkLst>
        </pc:spChg>
        <pc:spChg chg="add mod">
          <ac:chgData name="Long Hoang" userId="5826c561-dfc3-4c7a-90a7-d29294c55f4c" providerId="ADAL" clId="{FADD2A81-CAD9-4879-80E6-E3416C9F49C5}" dt="2026-07-09T12:36:01.249" v="1311" actId="20577"/>
          <ac:spMkLst>
            <pc:docMk/>
            <pc:sldMk cId="1014382691" sldId="332"/>
            <ac:spMk id="13" creationId="{BE437476-6F2D-CAF1-6D52-F9C1C87FEF86}"/>
          </ac:spMkLst>
        </pc:spChg>
        <pc:picChg chg="add mod">
          <ac:chgData name="Long Hoang" userId="5826c561-dfc3-4c7a-90a7-d29294c55f4c" providerId="ADAL" clId="{FADD2A81-CAD9-4879-80E6-E3416C9F49C5}" dt="2026-07-09T12:30:21.642" v="1061" actId="1076"/>
          <ac:picMkLst>
            <pc:docMk/>
            <pc:sldMk cId="1014382691" sldId="332"/>
            <ac:picMk id="5" creationId="{21403BCC-74BE-3B91-A82C-8495D9269FD5}"/>
          </ac:picMkLst>
        </pc:picChg>
        <pc:picChg chg="add mod">
          <ac:chgData name="Long Hoang" userId="5826c561-dfc3-4c7a-90a7-d29294c55f4c" providerId="ADAL" clId="{FADD2A81-CAD9-4879-80E6-E3416C9F49C5}" dt="2026-07-09T12:30:20.491" v="1060" actId="1076"/>
          <ac:picMkLst>
            <pc:docMk/>
            <pc:sldMk cId="1014382691" sldId="332"/>
            <ac:picMk id="6" creationId="{16BE087A-775F-5D15-7444-2C231D92F1FE}"/>
          </ac:picMkLst>
        </pc:picChg>
        <pc:picChg chg="add mod">
          <ac:chgData name="Long Hoang" userId="5826c561-dfc3-4c7a-90a7-d29294c55f4c" providerId="ADAL" clId="{FADD2A81-CAD9-4879-80E6-E3416C9F49C5}" dt="2026-07-09T12:28:51.543" v="1043" actId="1076"/>
          <ac:picMkLst>
            <pc:docMk/>
            <pc:sldMk cId="1014382691" sldId="332"/>
            <ac:picMk id="5122" creationId="{985E5218-F93A-B39A-CE56-81E662B84F4C}"/>
          </ac:picMkLst>
        </pc:picChg>
      </pc:sldChg>
      <pc:sldChg chg="addSp delSp modSp add mod ord">
        <pc:chgData name="Long Hoang" userId="5826c561-dfc3-4c7a-90a7-d29294c55f4c" providerId="ADAL" clId="{FADD2A81-CAD9-4879-80E6-E3416C9F49C5}" dt="2026-07-09T12:30:07.401" v="1058"/>
        <pc:sldMkLst>
          <pc:docMk/>
          <pc:sldMk cId="210298808" sldId="333"/>
        </pc:sldMkLst>
        <pc:spChg chg="mod">
          <ac:chgData name="Long Hoang" userId="5826c561-dfc3-4c7a-90a7-d29294c55f4c" providerId="ADAL" clId="{FADD2A81-CAD9-4879-80E6-E3416C9F49C5}" dt="2026-07-09T12:30:07.401" v="1058"/>
          <ac:spMkLst>
            <pc:docMk/>
            <pc:sldMk cId="210298808" sldId="333"/>
            <ac:spMk id="3" creationId="{C41AED99-80B9-ACAE-6715-7BEB766B31F5}"/>
          </ac:spMkLst>
        </pc:spChg>
        <pc:graphicFrameChg chg="add mod modGraphic">
          <ac:chgData name="Long Hoang" userId="5826c561-dfc3-4c7a-90a7-d29294c55f4c" providerId="ADAL" clId="{FADD2A81-CAD9-4879-80E6-E3416C9F49C5}" dt="2026-07-09T12:29:57.301" v="1056" actId="12385"/>
          <ac:graphicFrameMkLst>
            <pc:docMk/>
            <pc:sldMk cId="210298808" sldId="333"/>
            <ac:graphicFrameMk id="5" creationId="{036397A5-E5BE-CE5C-17EA-B5C4A6BC6FD3}"/>
          </ac:graphicFrameMkLst>
        </pc:graphicFrameChg>
        <pc:picChg chg="add mod">
          <ac:chgData name="Long Hoang" userId="5826c561-dfc3-4c7a-90a7-d29294c55f4c" providerId="ADAL" clId="{FADD2A81-CAD9-4879-80E6-E3416C9F49C5}" dt="2026-07-09T12:30:03.067" v="1057" actId="1076"/>
          <ac:picMkLst>
            <pc:docMk/>
            <pc:sldMk cId="210298808" sldId="333"/>
            <ac:picMk id="4" creationId="{3E47136C-8DBA-2D87-2B0C-387AA66F4913}"/>
          </ac:picMkLst>
        </pc:picChg>
      </pc:sldChg>
      <pc:sldChg chg="modSp add mod ord">
        <pc:chgData name="Long Hoang" userId="5826c561-dfc3-4c7a-90a7-d29294c55f4c" providerId="ADAL" clId="{FADD2A81-CAD9-4879-80E6-E3416C9F49C5}" dt="2026-07-09T12:37:55.882" v="1409"/>
        <pc:sldMkLst>
          <pc:docMk/>
          <pc:sldMk cId="3182156098" sldId="334"/>
        </pc:sldMkLst>
        <pc:spChg chg="mod">
          <ac:chgData name="Long Hoang" userId="5826c561-dfc3-4c7a-90a7-d29294c55f4c" providerId="ADAL" clId="{FADD2A81-CAD9-4879-80E6-E3416C9F49C5}" dt="2026-07-09T12:37:55.882" v="1409"/>
          <ac:spMkLst>
            <pc:docMk/>
            <pc:sldMk cId="3182156098" sldId="334"/>
            <ac:spMk id="2" creationId="{C2CA38A7-CF6E-8FB1-FE90-EA6D526FC57B}"/>
          </ac:spMkLst>
        </pc:spChg>
      </pc:sldChg>
      <pc:sldChg chg="addSp delSp modSp add mod ord">
        <pc:chgData name="Long Hoang" userId="5826c561-dfc3-4c7a-90a7-d29294c55f4c" providerId="ADAL" clId="{FADD2A81-CAD9-4879-80E6-E3416C9F49C5}" dt="2026-07-16T03:09:59.925" v="1594" actId="2085"/>
        <pc:sldMkLst>
          <pc:docMk/>
          <pc:sldMk cId="1844286979" sldId="335"/>
        </pc:sldMkLst>
        <pc:spChg chg="mod">
          <ac:chgData name="Long Hoang" userId="5826c561-dfc3-4c7a-90a7-d29294c55f4c" providerId="ADAL" clId="{FADD2A81-CAD9-4879-80E6-E3416C9F49C5}" dt="2026-07-09T12:38:02.778" v="1415"/>
          <ac:spMkLst>
            <pc:docMk/>
            <pc:sldMk cId="1844286979" sldId="335"/>
            <ac:spMk id="2" creationId="{0795900A-7C5E-8457-4E62-C75072A6BFCF}"/>
          </ac:spMkLst>
        </pc:spChg>
        <pc:spChg chg="add mod">
          <ac:chgData name="Long Hoang" userId="5826c561-dfc3-4c7a-90a7-d29294c55f4c" providerId="ADAL" clId="{FADD2A81-CAD9-4879-80E6-E3416C9F49C5}" dt="2026-07-16T03:09:59.925" v="1594" actId="2085"/>
          <ac:spMkLst>
            <pc:docMk/>
            <pc:sldMk cId="1844286979" sldId="335"/>
            <ac:spMk id="5" creationId="{95C2C1D0-523C-73C2-082A-3DDF114B2E81}"/>
          </ac:spMkLst>
        </pc:spChg>
        <pc:picChg chg="add mod">
          <ac:chgData name="Long Hoang" userId="5826c561-dfc3-4c7a-90a7-d29294c55f4c" providerId="ADAL" clId="{FADD2A81-CAD9-4879-80E6-E3416C9F49C5}" dt="2026-07-16T02:30:12.179" v="1453" actId="1076"/>
          <ac:picMkLst>
            <pc:docMk/>
            <pc:sldMk cId="1844286979" sldId="335"/>
            <ac:picMk id="4" creationId="{2F58FFED-4481-058C-DCB4-B7673A41AA7B}"/>
          </ac:picMkLst>
        </pc:picChg>
      </pc:sldChg>
      <pc:sldChg chg="addSp modSp add mod">
        <pc:chgData name="Long Hoang" userId="5826c561-dfc3-4c7a-90a7-d29294c55f4c" providerId="ADAL" clId="{FADD2A81-CAD9-4879-80E6-E3416C9F49C5}" dt="2026-07-09T17:10:13.223" v="1432" actId="1076"/>
        <pc:sldMkLst>
          <pc:docMk/>
          <pc:sldMk cId="3795639283" sldId="336"/>
        </pc:sldMkLst>
        <pc:picChg chg="add mod">
          <ac:chgData name="Long Hoang" userId="5826c561-dfc3-4c7a-90a7-d29294c55f4c" providerId="ADAL" clId="{FADD2A81-CAD9-4879-80E6-E3416C9F49C5}" dt="2026-07-09T17:10:13.223" v="1432" actId="1076"/>
          <ac:picMkLst>
            <pc:docMk/>
            <pc:sldMk cId="3795639283" sldId="336"/>
            <ac:picMk id="4" creationId="{D7B0A89E-0A3C-421A-DEBE-7B881672DC00}"/>
          </ac:picMkLst>
        </pc:picChg>
      </pc:sldChg>
      <pc:sldChg chg="addSp delSp modSp add mod">
        <pc:chgData name="Long Hoang" userId="5826c561-dfc3-4c7a-90a7-d29294c55f4c" providerId="ADAL" clId="{FADD2A81-CAD9-4879-80E6-E3416C9F49C5}" dt="2026-07-16T02:31:32.265" v="1456" actId="931"/>
        <pc:sldMkLst>
          <pc:docMk/>
          <pc:sldMk cId="1701105374" sldId="337"/>
        </pc:sldMkLst>
        <pc:picChg chg="add mod">
          <ac:chgData name="Long Hoang" userId="5826c561-dfc3-4c7a-90a7-d29294c55f4c" providerId="ADAL" clId="{FADD2A81-CAD9-4879-80E6-E3416C9F49C5}" dt="2026-07-16T02:31:32.265" v="1456" actId="931"/>
          <ac:picMkLst>
            <pc:docMk/>
            <pc:sldMk cId="1701105374" sldId="337"/>
            <ac:picMk id="4" creationId="{FF79C062-F61C-5057-EF1E-4AB1C3C43A6A}"/>
          </ac:picMkLst>
        </pc:picChg>
      </pc:sldChg>
      <pc:sldChg chg="addSp delSp modSp add mod">
        <pc:chgData name="Long Hoang" userId="5826c561-dfc3-4c7a-90a7-d29294c55f4c" providerId="ADAL" clId="{FADD2A81-CAD9-4879-80E6-E3416C9F49C5}" dt="2026-07-16T02:30:48.998" v="1455" actId="1076"/>
        <pc:sldMkLst>
          <pc:docMk/>
          <pc:sldMk cId="953994935" sldId="338"/>
        </pc:sldMkLst>
        <pc:picChg chg="add mod">
          <ac:chgData name="Long Hoang" userId="5826c561-dfc3-4c7a-90a7-d29294c55f4c" providerId="ADAL" clId="{FADD2A81-CAD9-4879-80E6-E3416C9F49C5}" dt="2026-07-16T02:30:48.998" v="1455" actId="1076"/>
          <ac:picMkLst>
            <pc:docMk/>
            <pc:sldMk cId="953994935" sldId="338"/>
            <ac:picMk id="4" creationId="{3384A6A7-37B1-185B-C203-5A578494C19A}"/>
          </ac:picMkLst>
        </pc:picChg>
      </pc:sldChg>
      <pc:sldChg chg="addSp delSp modSp add mod">
        <pc:chgData name="Long Hoang" userId="5826c561-dfc3-4c7a-90a7-d29294c55f4c" providerId="ADAL" clId="{FADD2A81-CAD9-4879-80E6-E3416C9F49C5}" dt="2026-07-16T03:01:56.307" v="1472" actId="1076"/>
        <pc:sldMkLst>
          <pc:docMk/>
          <pc:sldMk cId="1589689496" sldId="339"/>
        </pc:sldMkLst>
        <pc:picChg chg="add mod">
          <ac:chgData name="Long Hoang" userId="5826c561-dfc3-4c7a-90a7-d29294c55f4c" providerId="ADAL" clId="{FADD2A81-CAD9-4879-80E6-E3416C9F49C5}" dt="2026-07-16T03:01:53.472" v="1471" actId="1076"/>
          <ac:picMkLst>
            <pc:docMk/>
            <pc:sldMk cId="1589689496" sldId="339"/>
            <ac:picMk id="4" creationId="{2E03EFF6-A4D8-3A0E-4609-09AA781B4907}"/>
          </ac:picMkLst>
        </pc:picChg>
        <pc:picChg chg="add mod">
          <ac:chgData name="Long Hoang" userId="5826c561-dfc3-4c7a-90a7-d29294c55f4c" providerId="ADAL" clId="{FADD2A81-CAD9-4879-80E6-E3416C9F49C5}" dt="2026-07-16T03:01:56.307" v="1472" actId="1076"/>
          <ac:picMkLst>
            <pc:docMk/>
            <pc:sldMk cId="1589689496" sldId="339"/>
            <ac:picMk id="6" creationId="{64769642-B20A-4403-D8BA-B17EAB90540F}"/>
          </ac:picMkLst>
        </pc:picChg>
      </pc:sldChg>
      <pc:sldChg chg="addSp delSp modSp add mod ord">
        <pc:chgData name="Long Hoang" userId="5826c561-dfc3-4c7a-90a7-d29294c55f4c" providerId="ADAL" clId="{FADD2A81-CAD9-4879-80E6-E3416C9F49C5}" dt="2026-07-16T06:56:41.739" v="1600" actId="1076"/>
        <pc:sldMkLst>
          <pc:docMk/>
          <pc:sldMk cId="3444151958" sldId="340"/>
        </pc:sldMkLst>
        <pc:spChg chg="mod">
          <ac:chgData name="Long Hoang" userId="5826c561-dfc3-4c7a-90a7-d29294c55f4c" providerId="ADAL" clId="{FADD2A81-CAD9-4879-80E6-E3416C9F49C5}" dt="2026-07-16T03:08:33.451" v="1537" actId="20577"/>
          <ac:spMkLst>
            <pc:docMk/>
            <pc:sldMk cId="3444151958" sldId="340"/>
            <ac:spMk id="3" creationId="{337BD2F8-9A91-242E-7CB7-E752010B5A30}"/>
          </ac:spMkLst>
        </pc:spChg>
        <pc:picChg chg="del">
          <ac:chgData name="Long Hoang" userId="5826c561-dfc3-4c7a-90a7-d29294c55f4c" providerId="ADAL" clId="{FADD2A81-CAD9-4879-80E6-E3416C9F49C5}" dt="2026-07-16T03:08:34.357" v="1538" actId="478"/>
          <ac:picMkLst>
            <pc:docMk/>
            <pc:sldMk cId="3444151958" sldId="340"/>
            <ac:picMk id="5" creationId="{3170761E-6CA8-00C0-6BB2-09A4F6BEBCF4}"/>
          </ac:picMkLst>
        </pc:picChg>
        <pc:picChg chg="add mod">
          <ac:chgData name="Long Hoang" userId="5826c561-dfc3-4c7a-90a7-d29294c55f4c" providerId="ADAL" clId="{FADD2A81-CAD9-4879-80E6-E3416C9F49C5}" dt="2026-07-16T06:56:41.739" v="1600" actId="1076"/>
          <ac:picMkLst>
            <pc:docMk/>
            <pc:sldMk cId="3444151958" sldId="340"/>
            <ac:picMk id="6" creationId="{D3E7A192-6215-A2EE-D23F-9A110AD44195}"/>
          </ac:picMkLst>
        </pc:picChg>
        <pc:picChg chg="del">
          <ac:chgData name="Long Hoang" userId="5826c561-dfc3-4c7a-90a7-d29294c55f4c" providerId="ADAL" clId="{FADD2A81-CAD9-4879-80E6-E3416C9F49C5}" dt="2026-07-16T03:08:35.110" v="1539" actId="478"/>
          <ac:picMkLst>
            <pc:docMk/>
            <pc:sldMk cId="3444151958" sldId="340"/>
            <ac:picMk id="7" creationId="{3EEEC5E0-2876-53AB-0E85-D7EA6132F732}"/>
          </ac:picMkLst>
        </pc:picChg>
      </pc:sldChg>
      <pc:sldChg chg="add del">
        <pc:chgData name="Long Hoang" userId="5826c561-dfc3-4c7a-90a7-d29294c55f4c" providerId="ADAL" clId="{FADD2A81-CAD9-4879-80E6-E3416C9F49C5}" dt="2026-07-16T06:56:45.167" v="1601" actId="47"/>
        <pc:sldMkLst>
          <pc:docMk/>
          <pc:sldMk cId="175722800" sldId="341"/>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928A313-AB4A-4886-6E95-BA7111E11C5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FF5BAAA7-6604-4EF6-8153-9BAB3195EBE2}"/>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215E1C5-422C-4973-A794-3AE1DDD6420B}" type="datetime1">
              <a:rPr lang="en-US" smtClean="0"/>
              <a:t>7/16/2026</a:t>
            </a:fld>
            <a:endParaRPr lang="en-US"/>
          </a:p>
        </p:txBody>
      </p:sp>
      <p:sp>
        <p:nvSpPr>
          <p:cNvPr id="4" name="Footer Placeholder 3">
            <a:extLst>
              <a:ext uri="{FF2B5EF4-FFF2-40B4-BE49-F238E27FC236}">
                <a16:creationId xmlns:a16="http://schemas.microsoft.com/office/drawing/2014/main" id="{DB700240-1472-49A9-8174-56ADD4F62314}"/>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r>
              <a:rPr lang="en-US"/>
              <a:t>@copyright Hoang Bao Long</a:t>
            </a:r>
          </a:p>
        </p:txBody>
      </p:sp>
      <p:sp>
        <p:nvSpPr>
          <p:cNvPr id="5" name="Slide Number Placeholder 4">
            <a:extLst>
              <a:ext uri="{FF2B5EF4-FFF2-40B4-BE49-F238E27FC236}">
                <a16:creationId xmlns:a16="http://schemas.microsoft.com/office/drawing/2014/main" id="{AD7662B2-6837-1EE3-6234-AD5B7D92D392}"/>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A0270B5-77F3-4CDC-953E-0CF1748E13BD}" type="slidenum">
              <a:rPr lang="en-US" smtClean="0"/>
              <a:t>‹#›</a:t>
            </a:fld>
            <a:endParaRPr lang="en-US"/>
          </a:p>
        </p:txBody>
      </p:sp>
    </p:spTree>
    <p:extLst>
      <p:ext uri="{BB962C8B-B14F-4D97-AF65-F5344CB8AC3E}">
        <p14:creationId xmlns:p14="http://schemas.microsoft.com/office/powerpoint/2010/main" val="1002545386"/>
      </p:ext>
    </p:extLst>
  </p:cSld>
  <p:clrMap bg1="lt1" tx1="dk1" bg2="lt2" tx2="dk2" accent1="accent1" accent2="accent2" accent3="accent3" accent4="accent4" accent5="accent5" accent6="accent6" hlink="hlink" folHlink="folHlink"/>
  <p:hf sldNum="0" hdr="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14E9083-10FD-4ADC-A214-01D2E48A76FF}" type="datetime1">
              <a:rPr lang="en-US" smtClean="0"/>
              <a:t>7/16/2026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r>
              <a:rPr lang="en-US"/>
              <a:t>@copyright Hoang Bao Long</a:t>
            </a:r>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AF3E785-2596-4198-A895-D85BD2AD3D4F}" type="slidenum">
              <a:rPr lang="en-US" smtClean="0"/>
              <a:t>‹#›</a:t>
            </a:fld>
            <a:endParaRPr lang="en-US"/>
          </a:p>
        </p:txBody>
      </p:sp>
    </p:spTree>
    <p:extLst>
      <p:ext uri="{BB962C8B-B14F-4D97-AF65-F5344CB8AC3E}">
        <p14:creationId xmlns:p14="http://schemas.microsoft.com/office/powerpoint/2010/main" val="2938615255"/>
      </p:ext>
    </p:extLst>
  </p:cSld>
  <p:clrMap bg1="lt1" tx1="dk1" bg2="lt2" tx2="dk2" accent1="accent1" accent2="accent2" accent3="accent3" accent4="accent4" accent5="accent5" accent6="accent6" hlink="hlink" folHlink="folHlink"/>
  <p:hf sldNum="0" hdr="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EA67E988-5919-57BB-C7DE-D3EAD38A3045}"/>
              </a:ext>
              <a:ext uri="{C183D7F6-B498-43B3-948B-1728B52AA6E4}">
                <adec:decorative xmlns:adec="http://schemas.microsoft.com/office/drawing/2017/decorative" val="1"/>
              </a:ext>
            </a:extLst>
          </p:cNvPr>
          <p:cNvSpPr/>
          <p:nvPr/>
        </p:nvSpPr>
        <p:spPr>
          <a:xfrm>
            <a:off x="517870" y="6209925"/>
            <a:ext cx="11155680" cy="45719"/>
          </a:xfrm>
          <a:custGeom>
            <a:avLst/>
            <a:gdLst>
              <a:gd name="connsiteX0" fmla="*/ 0 w 8715708"/>
              <a:gd name="connsiteY0" fmla="*/ 0 h 45719"/>
              <a:gd name="connsiteX1" fmla="*/ 3694525 w 8715708"/>
              <a:gd name="connsiteY1" fmla="*/ 0 h 45719"/>
              <a:gd name="connsiteX2" fmla="*/ 5021183 w 8715708"/>
              <a:gd name="connsiteY2" fmla="*/ 0 h 45719"/>
              <a:gd name="connsiteX3" fmla="*/ 8715708 w 8715708"/>
              <a:gd name="connsiteY3" fmla="*/ 0 h 45719"/>
              <a:gd name="connsiteX4" fmla="*/ 8715708 w 8715708"/>
              <a:gd name="connsiteY4" fmla="*/ 45719 h 45719"/>
              <a:gd name="connsiteX5" fmla="*/ 5021183 w 8715708"/>
              <a:gd name="connsiteY5" fmla="*/ 45719 h 45719"/>
              <a:gd name="connsiteX6" fmla="*/ 3694525 w 8715708"/>
              <a:gd name="connsiteY6" fmla="*/ 45719 h 45719"/>
              <a:gd name="connsiteX7" fmla="*/ 0 w 8715708"/>
              <a:gd name="connsiteY7" fmla="*/ 45719 h 45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715708" h="45719">
                <a:moveTo>
                  <a:pt x="0" y="0"/>
                </a:moveTo>
                <a:lnTo>
                  <a:pt x="3694525" y="0"/>
                </a:lnTo>
                <a:lnTo>
                  <a:pt x="5021183" y="0"/>
                </a:lnTo>
                <a:lnTo>
                  <a:pt x="8715708" y="0"/>
                </a:lnTo>
                <a:lnTo>
                  <a:pt x="8715708" y="45719"/>
                </a:lnTo>
                <a:lnTo>
                  <a:pt x="5021183" y="45719"/>
                </a:lnTo>
                <a:lnTo>
                  <a:pt x="3694525" y="45719"/>
                </a:lnTo>
                <a:lnTo>
                  <a:pt x="0" y="4571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5B2327B2-BA4B-2C04-0751-5CB63D4AA425}"/>
              </a:ext>
            </a:extLst>
          </p:cNvPr>
          <p:cNvSpPr>
            <a:spLocks noGrp="1"/>
          </p:cNvSpPr>
          <p:nvPr>
            <p:ph type="ctrTitle"/>
          </p:nvPr>
        </p:nvSpPr>
        <p:spPr>
          <a:xfrm>
            <a:off x="521208" y="978408"/>
            <a:ext cx="11155680" cy="3429000"/>
          </a:xfrm>
        </p:spPr>
        <p:txBody>
          <a:bodyPr anchor="t">
            <a:normAutofit/>
          </a:bodyPr>
          <a:lstStyle>
            <a:lvl1pPr algn="l">
              <a:defRPr sz="7200"/>
            </a:lvl1pPr>
          </a:lstStyle>
          <a:p>
            <a:r>
              <a:rPr lang="en-US" dirty="0"/>
              <a:t>Click to edit Master title style</a:t>
            </a:r>
          </a:p>
        </p:txBody>
      </p:sp>
      <p:sp>
        <p:nvSpPr>
          <p:cNvPr id="3" name="Subtitle 2">
            <a:extLst>
              <a:ext uri="{FF2B5EF4-FFF2-40B4-BE49-F238E27FC236}">
                <a16:creationId xmlns:a16="http://schemas.microsoft.com/office/drawing/2014/main" id="{E7201176-DC7A-4C3D-3D8F-352526DA7B5D}"/>
              </a:ext>
            </a:extLst>
          </p:cNvPr>
          <p:cNvSpPr>
            <a:spLocks noGrp="1"/>
          </p:cNvSpPr>
          <p:nvPr>
            <p:ph type="subTitle" idx="1"/>
          </p:nvPr>
        </p:nvSpPr>
        <p:spPr>
          <a:xfrm>
            <a:off x="521208" y="4480560"/>
            <a:ext cx="7104888" cy="1399032"/>
          </a:xfrm>
        </p:spPr>
        <p:txBody>
          <a:bodyPr anchor="b">
            <a:normAutofit/>
          </a:bodyPr>
          <a:lstStyle>
            <a:lvl1pPr marL="0" indent="0" algn="l">
              <a:buNone/>
              <a:defRPr sz="2200" i="1"/>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67DC221-9A2E-7459-102F-C3CFB27CC389}"/>
              </a:ext>
            </a:extLst>
          </p:cNvPr>
          <p:cNvSpPr>
            <a:spLocks noGrp="1"/>
          </p:cNvSpPr>
          <p:nvPr>
            <p:ph type="dt" sz="half" idx="10"/>
          </p:nvPr>
        </p:nvSpPr>
        <p:spPr/>
        <p:txBody>
          <a:bodyPr/>
          <a:lstStyle/>
          <a:p>
            <a:fld id="{FF9299D3-E271-4D4C-8BD9-8378248ADA10}" type="datetime1">
              <a:rPr lang="en-US" smtClean="0"/>
              <a:t>7/16/2026</a:t>
            </a:fld>
            <a:endParaRPr lang="en-US"/>
          </a:p>
        </p:txBody>
      </p:sp>
      <p:sp>
        <p:nvSpPr>
          <p:cNvPr id="5" name="Footer Placeholder 4">
            <a:extLst>
              <a:ext uri="{FF2B5EF4-FFF2-40B4-BE49-F238E27FC236}">
                <a16:creationId xmlns:a16="http://schemas.microsoft.com/office/drawing/2014/main" id="{A5020671-6F7D-3A03-EEC1-661A87F96F40}"/>
              </a:ext>
            </a:extLst>
          </p:cNvPr>
          <p:cNvSpPr>
            <a:spLocks noGrp="1"/>
          </p:cNvSpPr>
          <p:nvPr>
            <p:ph type="ftr" sz="quarter" idx="11"/>
          </p:nvPr>
        </p:nvSpPr>
        <p:spPr/>
        <p:txBody>
          <a:bodyPr/>
          <a:lstStyle/>
          <a:p>
            <a:r>
              <a:rPr lang="en-US"/>
              <a:t>@copyright Hoang Bao Long</a:t>
            </a:r>
          </a:p>
        </p:txBody>
      </p:sp>
      <p:sp>
        <p:nvSpPr>
          <p:cNvPr id="6" name="Slide Number Placeholder 5">
            <a:extLst>
              <a:ext uri="{FF2B5EF4-FFF2-40B4-BE49-F238E27FC236}">
                <a16:creationId xmlns:a16="http://schemas.microsoft.com/office/drawing/2014/main" id="{F2453D3A-E0F9-8386-2A6C-96671FBB15A5}"/>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351462758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A26D03-149A-DAB3-4B2A-E9B74F2E251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3C1E73D-41A7-9934-0990-9208B952329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8BB2A3F-E719-673C-5D56-F663712D0E7F}"/>
              </a:ext>
            </a:extLst>
          </p:cNvPr>
          <p:cNvSpPr>
            <a:spLocks noGrp="1"/>
          </p:cNvSpPr>
          <p:nvPr>
            <p:ph type="dt" sz="half" idx="10"/>
          </p:nvPr>
        </p:nvSpPr>
        <p:spPr/>
        <p:txBody>
          <a:bodyPr/>
          <a:lstStyle/>
          <a:p>
            <a:fld id="{1D65CF09-3156-4616-9D81-2AB4C2BDCD60}" type="datetime1">
              <a:rPr lang="en-US" smtClean="0"/>
              <a:t>7/16/2026</a:t>
            </a:fld>
            <a:endParaRPr lang="en-US"/>
          </a:p>
        </p:txBody>
      </p:sp>
      <p:sp>
        <p:nvSpPr>
          <p:cNvPr id="5" name="Footer Placeholder 4">
            <a:extLst>
              <a:ext uri="{FF2B5EF4-FFF2-40B4-BE49-F238E27FC236}">
                <a16:creationId xmlns:a16="http://schemas.microsoft.com/office/drawing/2014/main" id="{04AE594A-52F5-D85E-343C-ADFEE3C72E00}"/>
              </a:ext>
            </a:extLst>
          </p:cNvPr>
          <p:cNvSpPr>
            <a:spLocks noGrp="1"/>
          </p:cNvSpPr>
          <p:nvPr>
            <p:ph type="ftr" sz="quarter" idx="11"/>
          </p:nvPr>
        </p:nvSpPr>
        <p:spPr/>
        <p:txBody>
          <a:bodyPr/>
          <a:lstStyle/>
          <a:p>
            <a:r>
              <a:rPr lang="en-US"/>
              <a:t>@copyright Hoang Bao Long</a:t>
            </a:r>
          </a:p>
        </p:txBody>
      </p:sp>
      <p:sp>
        <p:nvSpPr>
          <p:cNvPr id="6" name="Slide Number Placeholder 5">
            <a:extLst>
              <a:ext uri="{FF2B5EF4-FFF2-40B4-BE49-F238E27FC236}">
                <a16:creationId xmlns:a16="http://schemas.microsoft.com/office/drawing/2014/main" id="{207D5C9C-B2E2-FC26-E459-9E880EF975BA}"/>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231053911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29D51F-B2D5-2804-4F7C-C99850FBD05B}"/>
              </a:ext>
            </a:extLst>
          </p:cNvPr>
          <p:cNvSpPr>
            <a:spLocks noGrp="1"/>
          </p:cNvSpPr>
          <p:nvPr>
            <p:ph type="title"/>
          </p:nvPr>
        </p:nvSpPr>
        <p:spPr>
          <a:xfrm>
            <a:off x="521208" y="978408"/>
            <a:ext cx="5020056" cy="4288536"/>
          </a:xfrm>
        </p:spPr>
        <p:txBody>
          <a:bodyPr anchor="t">
            <a:normAutofit/>
          </a:bodyPr>
          <a:lstStyle>
            <a:lvl1pPr>
              <a:defRPr sz="5400"/>
            </a:lvl1pPr>
          </a:lstStyle>
          <a:p>
            <a:r>
              <a:rPr lang="en-US" dirty="0"/>
              <a:t>Click to edit Master title style</a:t>
            </a:r>
          </a:p>
        </p:txBody>
      </p:sp>
      <p:sp>
        <p:nvSpPr>
          <p:cNvPr id="3" name="Text Placeholder 2">
            <a:extLst>
              <a:ext uri="{FF2B5EF4-FFF2-40B4-BE49-F238E27FC236}">
                <a16:creationId xmlns:a16="http://schemas.microsoft.com/office/drawing/2014/main" id="{15FE5516-03B6-C488-EB4A-68AE681EDFB8}"/>
              </a:ext>
            </a:extLst>
          </p:cNvPr>
          <p:cNvSpPr>
            <a:spLocks noGrp="1"/>
          </p:cNvSpPr>
          <p:nvPr>
            <p:ph type="body" idx="1"/>
          </p:nvPr>
        </p:nvSpPr>
        <p:spPr>
          <a:xfrm>
            <a:off x="521208" y="5266944"/>
            <a:ext cx="5020056" cy="1088136"/>
          </a:xfrm>
        </p:spPr>
        <p:txBody>
          <a:bodyPr anchor="b">
            <a:normAutofit/>
          </a:bodyPr>
          <a:lstStyle>
            <a:lvl1pPr marL="0" indent="0">
              <a:buNone/>
              <a:defRPr sz="2200" i="1">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p>
        </p:txBody>
      </p:sp>
      <p:sp>
        <p:nvSpPr>
          <p:cNvPr id="4" name="Date Placeholder 3">
            <a:extLst>
              <a:ext uri="{FF2B5EF4-FFF2-40B4-BE49-F238E27FC236}">
                <a16:creationId xmlns:a16="http://schemas.microsoft.com/office/drawing/2014/main" id="{50ECB4D7-49A7-D050-70B9-11A1E2D445D8}"/>
              </a:ext>
            </a:extLst>
          </p:cNvPr>
          <p:cNvSpPr>
            <a:spLocks noGrp="1"/>
          </p:cNvSpPr>
          <p:nvPr>
            <p:ph type="dt" sz="half" idx="10"/>
          </p:nvPr>
        </p:nvSpPr>
        <p:spPr/>
        <p:txBody>
          <a:bodyPr/>
          <a:lstStyle/>
          <a:p>
            <a:fld id="{F52825FA-5EFF-4DDB-BCFB-D830857D5FC0}" type="datetime1">
              <a:rPr lang="en-US" smtClean="0"/>
              <a:t>7/16/2026</a:t>
            </a:fld>
            <a:endParaRPr lang="en-US"/>
          </a:p>
        </p:txBody>
      </p:sp>
      <p:sp>
        <p:nvSpPr>
          <p:cNvPr id="5" name="Footer Placeholder 4">
            <a:extLst>
              <a:ext uri="{FF2B5EF4-FFF2-40B4-BE49-F238E27FC236}">
                <a16:creationId xmlns:a16="http://schemas.microsoft.com/office/drawing/2014/main" id="{8A9A913F-AD00-C1EE-B01A-8590671C014B}"/>
              </a:ext>
            </a:extLst>
          </p:cNvPr>
          <p:cNvSpPr>
            <a:spLocks noGrp="1"/>
          </p:cNvSpPr>
          <p:nvPr>
            <p:ph type="ftr" sz="quarter" idx="11"/>
          </p:nvPr>
        </p:nvSpPr>
        <p:spPr/>
        <p:txBody>
          <a:bodyPr/>
          <a:lstStyle/>
          <a:p>
            <a:r>
              <a:rPr lang="en-US"/>
              <a:t>@copyright Hoang Bao Long</a:t>
            </a:r>
          </a:p>
        </p:txBody>
      </p:sp>
      <p:sp>
        <p:nvSpPr>
          <p:cNvPr id="6" name="Slide Number Placeholder 5">
            <a:extLst>
              <a:ext uri="{FF2B5EF4-FFF2-40B4-BE49-F238E27FC236}">
                <a16:creationId xmlns:a16="http://schemas.microsoft.com/office/drawing/2014/main" id="{314FC386-B2AF-6FAD-D053-E22D48CD7285}"/>
              </a:ext>
            </a:extLst>
          </p:cNvPr>
          <p:cNvSpPr>
            <a:spLocks noGrp="1"/>
          </p:cNvSpPr>
          <p:nvPr>
            <p:ph type="sldNum" sz="quarter" idx="12"/>
          </p:nvPr>
        </p:nvSpPr>
        <p:spPr/>
        <p:txBody>
          <a:bodyPr/>
          <a:lstStyle/>
          <a:p>
            <a:fld id="{148CC95F-0247-41B6-91CF-DC97C76A7088}" type="slidenum">
              <a:rPr lang="en-US" smtClean="0"/>
              <a:t>‹#›</a:t>
            </a:fld>
            <a:endParaRPr lang="en-US"/>
          </a:p>
        </p:txBody>
      </p:sp>
      <p:sp>
        <p:nvSpPr>
          <p:cNvPr id="7" name="Rectangle 6">
            <a:extLst>
              <a:ext uri="{FF2B5EF4-FFF2-40B4-BE49-F238E27FC236}">
                <a16:creationId xmlns:a16="http://schemas.microsoft.com/office/drawing/2014/main" id="{4E1E1B67-3BFF-F04B-52F4-7E724FB3B24D}"/>
              </a:ext>
            </a:extLst>
          </p:cNvPr>
          <p:cNvSpPr/>
          <p:nvPr/>
        </p:nvSpPr>
        <p:spPr>
          <a:xfrm>
            <a:off x="517870" y="508090"/>
            <a:ext cx="5021183"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54168443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CE3B21-CF4D-1B01-0F4E-D32C1B218B63}"/>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1FB39FF2-6858-B514-B695-58442557D0C1}"/>
              </a:ext>
            </a:extLst>
          </p:cNvPr>
          <p:cNvSpPr>
            <a:spLocks noGrp="1"/>
          </p:cNvSpPr>
          <p:nvPr>
            <p:ph sz="half" idx="1"/>
          </p:nvPr>
        </p:nvSpPr>
        <p:spPr>
          <a:xfrm>
            <a:off x="521208" y="2578608"/>
            <a:ext cx="5166360" cy="37673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FA30130-974D-B91D-5B93-EC52AABDB5B0}"/>
              </a:ext>
            </a:extLst>
          </p:cNvPr>
          <p:cNvSpPr>
            <a:spLocks noGrp="1"/>
          </p:cNvSpPr>
          <p:nvPr>
            <p:ph sz="half" idx="2"/>
          </p:nvPr>
        </p:nvSpPr>
        <p:spPr>
          <a:xfrm>
            <a:off x="6519672" y="2578608"/>
            <a:ext cx="5166360" cy="37673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15BED99-6FD7-9C6B-1152-A6E42715BB79}"/>
              </a:ext>
            </a:extLst>
          </p:cNvPr>
          <p:cNvSpPr>
            <a:spLocks noGrp="1"/>
          </p:cNvSpPr>
          <p:nvPr>
            <p:ph type="dt" sz="half" idx="10"/>
          </p:nvPr>
        </p:nvSpPr>
        <p:spPr/>
        <p:txBody>
          <a:bodyPr/>
          <a:lstStyle/>
          <a:p>
            <a:fld id="{6651B90A-1B70-4C08-A098-8354AD0928DA}" type="datetime1">
              <a:rPr lang="en-US" smtClean="0"/>
              <a:t>7/16/2026</a:t>
            </a:fld>
            <a:endParaRPr lang="en-US"/>
          </a:p>
        </p:txBody>
      </p:sp>
      <p:sp>
        <p:nvSpPr>
          <p:cNvPr id="6" name="Footer Placeholder 5">
            <a:extLst>
              <a:ext uri="{FF2B5EF4-FFF2-40B4-BE49-F238E27FC236}">
                <a16:creationId xmlns:a16="http://schemas.microsoft.com/office/drawing/2014/main" id="{BA253AAC-5967-2565-A715-82D3505ABF0F}"/>
              </a:ext>
            </a:extLst>
          </p:cNvPr>
          <p:cNvSpPr>
            <a:spLocks noGrp="1"/>
          </p:cNvSpPr>
          <p:nvPr>
            <p:ph type="ftr" sz="quarter" idx="11"/>
          </p:nvPr>
        </p:nvSpPr>
        <p:spPr/>
        <p:txBody>
          <a:bodyPr/>
          <a:lstStyle/>
          <a:p>
            <a:r>
              <a:rPr lang="en-US"/>
              <a:t>@copyright Hoang Bao Long</a:t>
            </a:r>
          </a:p>
        </p:txBody>
      </p:sp>
      <p:sp>
        <p:nvSpPr>
          <p:cNvPr id="7" name="Slide Number Placeholder 6">
            <a:extLst>
              <a:ext uri="{FF2B5EF4-FFF2-40B4-BE49-F238E27FC236}">
                <a16:creationId xmlns:a16="http://schemas.microsoft.com/office/drawing/2014/main" id="{A4B51313-69FB-E016-3CC1-62CA476ED214}"/>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15882306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B3DF9D-B849-CE37-97E4-AD37F880677F}"/>
              </a:ext>
            </a:extLst>
          </p:cNvPr>
          <p:cNvSpPr>
            <a:spLocks noGrp="1"/>
          </p:cNvSpPr>
          <p:nvPr>
            <p:ph type="title"/>
          </p:nvPr>
        </p:nvSpPr>
        <p:spPr>
          <a:xfrm>
            <a:off x="521208" y="978408"/>
            <a:ext cx="11164824" cy="1216152"/>
          </a:xfrm>
        </p:spPr>
        <p:txBody>
          <a:bodyPr/>
          <a:lstStyle/>
          <a:p>
            <a:r>
              <a:rPr lang="en-US"/>
              <a:t>Click to edit Master title style</a:t>
            </a:r>
          </a:p>
        </p:txBody>
      </p:sp>
      <p:sp>
        <p:nvSpPr>
          <p:cNvPr id="3" name="Text Placeholder 2">
            <a:extLst>
              <a:ext uri="{FF2B5EF4-FFF2-40B4-BE49-F238E27FC236}">
                <a16:creationId xmlns:a16="http://schemas.microsoft.com/office/drawing/2014/main" id="{79D4C626-4008-960A-E601-6AA9F4BB8D8B}"/>
              </a:ext>
            </a:extLst>
          </p:cNvPr>
          <p:cNvSpPr>
            <a:spLocks noGrp="1"/>
          </p:cNvSpPr>
          <p:nvPr>
            <p:ph type="body" idx="1"/>
          </p:nvPr>
        </p:nvSpPr>
        <p:spPr>
          <a:xfrm>
            <a:off x="521208" y="2340864"/>
            <a:ext cx="5166360" cy="658368"/>
          </a:xfrm>
        </p:spPr>
        <p:txBody>
          <a:bodyPr anchor="b">
            <a:normAutofit/>
          </a:bodyPr>
          <a:lstStyle>
            <a:lvl1pPr marL="0" indent="0">
              <a:buNone/>
              <a:defRPr sz="2200" b="0" i="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806E8D6C-AC07-ED6B-2EA8-9C40A5AEA748}"/>
              </a:ext>
            </a:extLst>
          </p:cNvPr>
          <p:cNvSpPr>
            <a:spLocks noGrp="1"/>
          </p:cNvSpPr>
          <p:nvPr>
            <p:ph sz="half" idx="2"/>
          </p:nvPr>
        </p:nvSpPr>
        <p:spPr>
          <a:xfrm>
            <a:off x="521208" y="3035808"/>
            <a:ext cx="5166360" cy="331012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3C52617E-C6D9-246B-E7B7-8159DF17C0A3}"/>
              </a:ext>
            </a:extLst>
          </p:cNvPr>
          <p:cNvSpPr>
            <a:spLocks noGrp="1"/>
          </p:cNvSpPr>
          <p:nvPr>
            <p:ph type="body" sz="quarter" idx="3"/>
          </p:nvPr>
        </p:nvSpPr>
        <p:spPr>
          <a:xfrm>
            <a:off x="6519672" y="2340864"/>
            <a:ext cx="5166360" cy="658368"/>
          </a:xfrm>
        </p:spPr>
        <p:txBody>
          <a:bodyPr anchor="b">
            <a:normAutofit/>
          </a:bodyPr>
          <a:lstStyle>
            <a:lvl1pPr marL="0" indent="0">
              <a:buNone/>
              <a:defRPr sz="2200" b="0" i="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3DBC2094-7EBC-02C5-5AB5-233E63080A9C}"/>
              </a:ext>
            </a:extLst>
          </p:cNvPr>
          <p:cNvSpPr>
            <a:spLocks noGrp="1"/>
          </p:cNvSpPr>
          <p:nvPr>
            <p:ph sz="quarter" idx="4"/>
          </p:nvPr>
        </p:nvSpPr>
        <p:spPr>
          <a:xfrm>
            <a:off x="6519672" y="3035808"/>
            <a:ext cx="5166360" cy="331012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a:extLst>
              <a:ext uri="{FF2B5EF4-FFF2-40B4-BE49-F238E27FC236}">
                <a16:creationId xmlns:a16="http://schemas.microsoft.com/office/drawing/2014/main" id="{23010BD2-59B4-FD2E-3C5E-C83AE6003985}"/>
              </a:ext>
            </a:extLst>
          </p:cNvPr>
          <p:cNvSpPr>
            <a:spLocks noGrp="1"/>
          </p:cNvSpPr>
          <p:nvPr>
            <p:ph type="dt" sz="half" idx="10"/>
          </p:nvPr>
        </p:nvSpPr>
        <p:spPr/>
        <p:txBody>
          <a:bodyPr/>
          <a:lstStyle/>
          <a:p>
            <a:fld id="{F12B0BDD-D436-4298-B616-9DAA33C3D00A}" type="datetime1">
              <a:rPr lang="en-US" smtClean="0"/>
              <a:t>7/16/2026</a:t>
            </a:fld>
            <a:endParaRPr lang="en-US"/>
          </a:p>
        </p:txBody>
      </p:sp>
      <p:sp>
        <p:nvSpPr>
          <p:cNvPr id="8" name="Footer Placeholder 7">
            <a:extLst>
              <a:ext uri="{FF2B5EF4-FFF2-40B4-BE49-F238E27FC236}">
                <a16:creationId xmlns:a16="http://schemas.microsoft.com/office/drawing/2014/main" id="{E72B35C4-A654-7759-BDA0-94D9D1A21663}"/>
              </a:ext>
            </a:extLst>
          </p:cNvPr>
          <p:cNvSpPr>
            <a:spLocks noGrp="1"/>
          </p:cNvSpPr>
          <p:nvPr>
            <p:ph type="ftr" sz="quarter" idx="11"/>
          </p:nvPr>
        </p:nvSpPr>
        <p:spPr/>
        <p:txBody>
          <a:bodyPr/>
          <a:lstStyle/>
          <a:p>
            <a:r>
              <a:rPr lang="en-US"/>
              <a:t>@copyright Hoang Bao Long</a:t>
            </a:r>
          </a:p>
        </p:txBody>
      </p:sp>
      <p:sp>
        <p:nvSpPr>
          <p:cNvPr id="9" name="Slide Number Placeholder 8">
            <a:extLst>
              <a:ext uri="{FF2B5EF4-FFF2-40B4-BE49-F238E27FC236}">
                <a16:creationId xmlns:a16="http://schemas.microsoft.com/office/drawing/2014/main" id="{F55F4347-2EC0-CA6E-2637-8048456D7ECB}"/>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23592111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34716D-52F2-C7FB-83B1-2DA1AD375EAE}"/>
              </a:ext>
            </a:extLst>
          </p:cNvPr>
          <p:cNvSpPr>
            <a:spLocks noGrp="1"/>
          </p:cNvSpPr>
          <p:nvPr>
            <p:ph type="title"/>
          </p:nvPr>
        </p:nvSpPr>
        <p:spPr/>
        <p:txBody>
          <a:bodyPr/>
          <a:lstStyle/>
          <a:p>
            <a:r>
              <a:rPr lang="en-US" dirty="0"/>
              <a:t>Click to edit Master title style</a:t>
            </a:r>
          </a:p>
        </p:txBody>
      </p:sp>
      <p:sp>
        <p:nvSpPr>
          <p:cNvPr id="3" name="Date Placeholder 2">
            <a:extLst>
              <a:ext uri="{FF2B5EF4-FFF2-40B4-BE49-F238E27FC236}">
                <a16:creationId xmlns:a16="http://schemas.microsoft.com/office/drawing/2014/main" id="{56F4A371-AC27-6A28-32E6-74A28371BF55}"/>
              </a:ext>
            </a:extLst>
          </p:cNvPr>
          <p:cNvSpPr>
            <a:spLocks noGrp="1"/>
          </p:cNvSpPr>
          <p:nvPr>
            <p:ph type="dt" sz="half" idx="10"/>
          </p:nvPr>
        </p:nvSpPr>
        <p:spPr/>
        <p:txBody>
          <a:bodyPr/>
          <a:lstStyle/>
          <a:p>
            <a:fld id="{02860229-39DD-41F1-A1E6-F390BDA31A5A}" type="datetime1">
              <a:rPr lang="en-US" smtClean="0"/>
              <a:t>7/16/2026</a:t>
            </a:fld>
            <a:endParaRPr lang="en-US"/>
          </a:p>
        </p:txBody>
      </p:sp>
      <p:sp>
        <p:nvSpPr>
          <p:cNvPr id="4" name="Footer Placeholder 3">
            <a:extLst>
              <a:ext uri="{FF2B5EF4-FFF2-40B4-BE49-F238E27FC236}">
                <a16:creationId xmlns:a16="http://schemas.microsoft.com/office/drawing/2014/main" id="{D155941A-A24E-885D-E894-0326F4C4004D}"/>
              </a:ext>
            </a:extLst>
          </p:cNvPr>
          <p:cNvSpPr>
            <a:spLocks noGrp="1"/>
          </p:cNvSpPr>
          <p:nvPr>
            <p:ph type="ftr" sz="quarter" idx="11"/>
          </p:nvPr>
        </p:nvSpPr>
        <p:spPr/>
        <p:txBody>
          <a:bodyPr/>
          <a:lstStyle/>
          <a:p>
            <a:r>
              <a:rPr lang="en-US"/>
              <a:t>@copyright Hoang Bao Long</a:t>
            </a:r>
          </a:p>
        </p:txBody>
      </p:sp>
      <p:sp>
        <p:nvSpPr>
          <p:cNvPr id="5" name="Slide Number Placeholder 4">
            <a:extLst>
              <a:ext uri="{FF2B5EF4-FFF2-40B4-BE49-F238E27FC236}">
                <a16:creationId xmlns:a16="http://schemas.microsoft.com/office/drawing/2014/main" id="{99D5E5B4-971F-FF6A-1B07-A5C85370552D}"/>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114702784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99F431F-E6DC-4137-3092-A30A0A3628EC}"/>
              </a:ext>
            </a:extLst>
          </p:cNvPr>
          <p:cNvSpPr>
            <a:spLocks noGrp="1"/>
          </p:cNvSpPr>
          <p:nvPr>
            <p:ph type="dt" sz="half" idx="10"/>
          </p:nvPr>
        </p:nvSpPr>
        <p:spPr/>
        <p:txBody>
          <a:bodyPr/>
          <a:lstStyle/>
          <a:p>
            <a:fld id="{FA555D62-EB9B-49DB-BBE4-A6D83FB9FA02}" type="datetime1">
              <a:rPr lang="en-US" smtClean="0"/>
              <a:t>7/16/2026</a:t>
            </a:fld>
            <a:endParaRPr lang="en-US"/>
          </a:p>
        </p:txBody>
      </p:sp>
      <p:sp>
        <p:nvSpPr>
          <p:cNvPr id="3" name="Footer Placeholder 2">
            <a:extLst>
              <a:ext uri="{FF2B5EF4-FFF2-40B4-BE49-F238E27FC236}">
                <a16:creationId xmlns:a16="http://schemas.microsoft.com/office/drawing/2014/main" id="{06AC814B-67B4-C70F-FA51-6205D5E2CB81}"/>
              </a:ext>
            </a:extLst>
          </p:cNvPr>
          <p:cNvSpPr>
            <a:spLocks noGrp="1"/>
          </p:cNvSpPr>
          <p:nvPr>
            <p:ph type="ftr" sz="quarter" idx="11"/>
          </p:nvPr>
        </p:nvSpPr>
        <p:spPr/>
        <p:txBody>
          <a:bodyPr/>
          <a:lstStyle/>
          <a:p>
            <a:r>
              <a:rPr lang="en-US"/>
              <a:t>@copyright Hoang Bao Long</a:t>
            </a:r>
          </a:p>
        </p:txBody>
      </p:sp>
      <p:sp>
        <p:nvSpPr>
          <p:cNvPr id="4" name="Slide Number Placeholder 3">
            <a:extLst>
              <a:ext uri="{FF2B5EF4-FFF2-40B4-BE49-F238E27FC236}">
                <a16:creationId xmlns:a16="http://schemas.microsoft.com/office/drawing/2014/main" id="{91EAA9C9-D895-DD20-1089-EA75EA428951}"/>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10623844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B50562-884C-9053-70C1-3B72A0B45EA6}"/>
              </a:ext>
            </a:extLst>
          </p:cNvPr>
          <p:cNvSpPr>
            <a:spLocks noGrp="1"/>
          </p:cNvSpPr>
          <p:nvPr>
            <p:ph type="title"/>
          </p:nvPr>
        </p:nvSpPr>
        <p:spPr>
          <a:xfrm>
            <a:off x="521208" y="978408"/>
            <a:ext cx="5020056" cy="2459736"/>
          </a:xfrm>
        </p:spPr>
        <p:txBody>
          <a:bodyPr anchor="t">
            <a:noAutofit/>
          </a:bodyPr>
          <a:lstStyle>
            <a:lvl1pPr>
              <a:defRPr sz="4400"/>
            </a:lvl1pPr>
          </a:lstStyle>
          <a:p>
            <a:r>
              <a:rPr lang="en-US" dirty="0"/>
              <a:t>Click to edit Master title style</a:t>
            </a:r>
          </a:p>
        </p:txBody>
      </p:sp>
      <p:sp>
        <p:nvSpPr>
          <p:cNvPr id="3" name="Content Placeholder 2">
            <a:extLst>
              <a:ext uri="{FF2B5EF4-FFF2-40B4-BE49-F238E27FC236}">
                <a16:creationId xmlns:a16="http://schemas.microsoft.com/office/drawing/2014/main" id="{0318F509-68F0-39D5-1A8B-CE246715AE46}"/>
              </a:ext>
            </a:extLst>
          </p:cNvPr>
          <p:cNvSpPr>
            <a:spLocks noGrp="1"/>
          </p:cNvSpPr>
          <p:nvPr>
            <p:ph idx="1"/>
          </p:nvPr>
        </p:nvSpPr>
        <p:spPr>
          <a:xfrm>
            <a:off x="6519672" y="987424"/>
            <a:ext cx="5166360" cy="5358384"/>
          </a:xfrm>
        </p:spPr>
        <p:txBody>
          <a:bodyPr>
            <a:normAutofit/>
          </a:bodyPr>
          <a:lstStyle>
            <a:lvl1pPr>
              <a:defRPr sz="2000"/>
            </a:lvl1pPr>
            <a:lvl2pPr>
              <a:defRPr sz="1800"/>
            </a:lvl2pPr>
            <a:lvl3pPr>
              <a:defRPr sz="1600"/>
            </a:lvl3pPr>
            <a:lvl4pPr>
              <a:defRPr sz="1400"/>
            </a:lvl4pPr>
            <a:lvl5pPr>
              <a:defRPr sz="14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a16="http://schemas.microsoft.com/office/drawing/2014/main" id="{F158E37C-27CE-3A84-FC74-BDCCD8A9A3EC}"/>
              </a:ext>
            </a:extLst>
          </p:cNvPr>
          <p:cNvSpPr>
            <a:spLocks noGrp="1"/>
          </p:cNvSpPr>
          <p:nvPr>
            <p:ph type="body" sz="half" idx="2"/>
          </p:nvPr>
        </p:nvSpPr>
        <p:spPr>
          <a:xfrm>
            <a:off x="521208" y="3575304"/>
            <a:ext cx="5020056" cy="2770632"/>
          </a:xfrm>
        </p:spPr>
        <p:txBody>
          <a:bodyPr>
            <a:normAutofit/>
          </a:bodyPr>
          <a:lstStyle>
            <a:lvl1pPr marL="0" indent="0">
              <a:buNone/>
              <a:defRPr sz="2200" i="1"/>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2A95F79-E23E-11D2-40BF-66ED340195DB}"/>
              </a:ext>
            </a:extLst>
          </p:cNvPr>
          <p:cNvSpPr>
            <a:spLocks noGrp="1"/>
          </p:cNvSpPr>
          <p:nvPr>
            <p:ph type="dt" sz="half" idx="10"/>
          </p:nvPr>
        </p:nvSpPr>
        <p:spPr/>
        <p:txBody>
          <a:bodyPr/>
          <a:lstStyle/>
          <a:p>
            <a:fld id="{A15C6309-48C0-4910-835C-8068FA185FA1}" type="datetime1">
              <a:rPr lang="en-US" smtClean="0"/>
              <a:t>7/16/2026</a:t>
            </a:fld>
            <a:endParaRPr lang="en-US"/>
          </a:p>
        </p:txBody>
      </p:sp>
      <p:sp>
        <p:nvSpPr>
          <p:cNvPr id="6" name="Footer Placeholder 5">
            <a:extLst>
              <a:ext uri="{FF2B5EF4-FFF2-40B4-BE49-F238E27FC236}">
                <a16:creationId xmlns:a16="http://schemas.microsoft.com/office/drawing/2014/main" id="{4457F7FC-06F3-3D89-5D1A-4EC4B1D7355E}"/>
              </a:ext>
            </a:extLst>
          </p:cNvPr>
          <p:cNvSpPr>
            <a:spLocks noGrp="1"/>
          </p:cNvSpPr>
          <p:nvPr>
            <p:ph type="ftr" sz="quarter" idx="11"/>
          </p:nvPr>
        </p:nvSpPr>
        <p:spPr/>
        <p:txBody>
          <a:bodyPr/>
          <a:lstStyle/>
          <a:p>
            <a:r>
              <a:rPr lang="en-US"/>
              <a:t>@copyright Hoang Bao Long</a:t>
            </a:r>
          </a:p>
        </p:txBody>
      </p:sp>
      <p:sp>
        <p:nvSpPr>
          <p:cNvPr id="7" name="Slide Number Placeholder 6">
            <a:extLst>
              <a:ext uri="{FF2B5EF4-FFF2-40B4-BE49-F238E27FC236}">
                <a16:creationId xmlns:a16="http://schemas.microsoft.com/office/drawing/2014/main" id="{9554ACD5-6E0B-5713-DC9A-41E9D62AB12D}"/>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209583617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5B2D45-7CDB-D38C-2AAE-273F797674E1}"/>
              </a:ext>
            </a:extLst>
          </p:cNvPr>
          <p:cNvSpPr>
            <a:spLocks noGrp="1"/>
          </p:cNvSpPr>
          <p:nvPr>
            <p:ph type="title"/>
          </p:nvPr>
        </p:nvSpPr>
        <p:spPr>
          <a:xfrm>
            <a:off x="521208" y="978408"/>
            <a:ext cx="5020056" cy="2459736"/>
          </a:xfrm>
        </p:spPr>
        <p:txBody>
          <a:bodyPr anchor="t">
            <a:noAutofit/>
          </a:bodyPr>
          <a:lstStyle>
            <a:lvl1pPr>
              <a:defRPr sz="4400"/>
            </a:lvl1pPr>
          </a:lstStyle>
          <a:p>
            <a:r>
              <a:rPr lang="en-US" dirty="0"/>
              <a:t>Click to edit Master title style</a:t>
            </a:r>
          </a:p>
        </p:txBody>
      </p:sp>
      <p:sp>
        <p:nvSpPr>
          <p:cNvPr id="3" name="Picture Placeholder 2">
            <a:extLst>
              <a:ext uri="{FF2B5EF4-FFF2-40B4-BE49-F238E27FC236}">
                <a16:creationId xmlns:a16="http://schemas.microsoft.com/office/drawing/2014/main" id="{CCBF0855-1744-56E4-B115-3A3C5EA7834B}"/>
              </a:ext>
            </a:extLst>
          </p:cNvPr>
          <p:cNvSpPr>
            <a:spLocks noGrp="1"/>
          </p:cNvSpPr>
          <p:nvPr>
            <p:ph type="pic" idx="1"/>
          </p:nvPr>
        </p:nvSpPr>
        <p:spPr>
          <a:xfrm>
            <a:off x="6519672" y="987424"/>
            <a:ext cx="5166360" cy="5358384"/>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385E8A1D-28AE-4A19-BD96-401D4822A53D}"/>
              </a:ext>
            </a:extLst>
          </p:cNvPr>
          <p:cNvSpPr>
            <a:spLocks noGrp="1"/>
          </p:cNvSpPr>
          <p:nvPr>
            <p:ph type="body" sz="half" idx="2"/>
          </p:nvPr>
        </p:nvSpPr>
        <p:spPr>
          <a:xfrm>
            <a:off x="521208" y="3575304"/>
            <a:ext cx="5020056" cy="2770632"/>
          </a:xfrm>
        </p:spPr>
        <p:txBody>
          <a:bodyPr>
            <a:normAutofit/>
          </a:bodyPr>
          <a:lstStyle>
            <a:lvl1pPr marL="0" indent="0">
              <a:buNone/>
              <a:defRPr sz="2200" i="1"/>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7327DDB-CE95-4C89-DFC5-7DDBFC24E89C}"/>
              </a:ext>
            </a:extLst>
          </p:cNvPr>
          <p:cNvSpPr>
            <a:spLocks noGrp="1"/>
          </p:cNvSpPr>
          <p:nvPr>
            <p:ph type="dt" sz="half" idx="10"/>
          </p:nvPr>
        </p:nvSpPr>
        <p:spPr/>
        <p:txBody>
          <a:bodyPr/>
          <a:lstStyle/>
          <a:p>
            <a:fld id="{1E380A3A-F218-46CF-9FB6-367A62777DF2}" type="datetime1">
              <a:rPr lang="en-US" smtClean="0"/>
              <a:t>7/16/2026</a:t>
            </a:fld>
            <a:endParaRPr lang="en-US"/>
          </a:p>
        </p:txBody>
      </p:sp>
      <p:sp>
        <p:nvSpPr>
          <p:cNvPr id="6" name="Footer Placeholder 5">
            <a:extLst>
              <a:ext uri="{FF2B5EF4-FFF2-40B4-BE49-F238E27FC236}">
                <a16:creationId xmlns:a16="http://schemas.microsoft.com/office/drawing/2014/main" id="{0522C835-F3B5-943C-FFC4-D5BA9666AF34}"/>
              </a:ext>
            </a:extLst>
          </p:cNvPr>
          <p:cNvSpPr>
            <a:spLocks noGrp="1"/>
          </p:cNvSpPr>
          <p:nvPr>
            <p:ph type="ftr" sz="quarter" idx="11"/>
          </p:nvPr>
        </p:nvSpPr>
        <p:spPr/>
        <p:txBody>
          <a:bodyPr/>
          <a:lstStyle/>
          <a:p>
            <a:r>
              <a:rPr lang="en-US"/>
              <a:t>@copyright Hoang Bao Long</a:t>
            </a:r>
          </a:p>
        </p:txBody>
      </p:sp>
      <p:sp>
        <p:nvSpPr>
          <p:cNvPr id="7" name="Slide Number Placeholder 6">
            <a:extLst>
              <a:ext uri="{FF2B5EF4-FFF2-40B4-BE49-F238E27FC236}">
                <a16:creationId xmlns:a16="http://schemas.microsoft.com/office/drawing/2014/main" id="{68709891-6E3C-ADED-01DD-15FCED37AF4A}"/>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424278774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C36771-E72D-FAD8-771E-3E196DD2E1C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B5BB827-257D-60D9-792F-E6959004297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CE5D2E7-C856-F78A-E88C-375474982A5F}"/>
              </a:ext>
            </a:extLst>
          </p:cNvPr>
          <p:cNvSpPr>
            <a:spLocks noGrp="1"/>
          </p:cNvSpPr>
          <p:nvPr>
            <p:ph type="dt" sz="half" idx="10"/>
          </p:nvPr>
        </p:nvSpPr>
        <p:spPr/>
        <p:txBody>
          <a:bodyPr/>
          <a:lstStyle/>
          <a:p>
            <a:fld id="{37A356EB-9B7D-4B30-AE30-DF88A0B1E3D2}" type="datetime1">
              <a:rPr lang="en-US" smtClean="0"/>
              <a:t>7/16/2026</a:t>
            </a:fld>
            <a:endParaRPr lang="en-US"/>
          </a:p>
        </p:txBody>
      </p:sp>
      <p:sp>
        <p:nvSpPr>
          <p:cNvPr id="5" name="Footer Placeholder 4">
            <a:extLst>
              <a:ext uri="{FF2B5EF4-FFF2-40B4-BE49-F238E27FC236}">
                <a16:creationId xmlns:a16="http://schemas.microsoft.com/office/drawing/2014/main" id="{0FDAB289-9591-51C9-9E3C-B6F2ACC6A62A}"/>
              </a:ext>
            </a:extLst>
          </p:cNvPr>
          <p:cNvSpPr>
            <a:spLocks noGrp="1"/>
          </p:cNvSpPr>
          <p:nvPr>
            <p:ph type="ftr" sz="quarter" idx="11"/>
          </p:nvPr>
        </p:nvSpPr>
        <p:spPr/>
        <p:txBody>
          <a:bodyPr/>
          <a:lstStyle/>
          <a:p>
            <a:r>
              <a:rPr lang="en-US"/>
              <a:t>@copyright Hoang Bao Long</a:t>
            </a:r>
          </a:p>
        </p:txBody>
      </p:sp>
      <p:sp>
        <p:nvSpPr>
          <p:cNvPr id="6" name="Slide Number Placeholder 5">
            <a:extLst>
              <a:ext uri="{FF2B5EF4-FFF2-40B4-BE49-F238E27FC236}">
                <a16:creationId xmlns:a16="http://schemas.microsoft.com/office/drawing/2014/main" id="{27FE037C-790D-7442-8E43-D2740B3952B1}"/>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16342315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2635151-A38B-3766-6A32-FF1DF7687D9F}"/>
              </a:ext>
            </a:extLst>
          </p:cNvPr>
          <p:cNvSpPr>
            <a:spLocks noGrp="1"/>
          </p:cNvSpPr>
          <p:nvPr>
            <p:ph type="title" orient="vert"/>
          </p:nvPr>
        </p:nvSpPr>
        <p:spPr>
          <a:xfrm>
            <a:off x="8659368" y="978408"/>
            <a:ext cx="2551176" cy="5367528"/>
          </a:xfrm>
        </p:spPr>
        <p:txBody>
          <a:bodyPr vert="eaVert"/>
          <a:lstStyle/>
          <a:p>
            <a:r>
              <a:rPr lang="en-US" dirty="0"/>
              <a:t>Click to edit Master title style</a:t>
            </a:r>
          </a:p>
        </p:txBody>
      </p:sp>
      <p:sp>
        <p:nvSpPr>
          <p:cNvPr id="3" name="Vertical Text Placeholder 2">
            <a:extLst>
              <a:ext uri="{FF2B5EF4-FFF2-40B4-BE49-F238E27FC236}">
                <a16:creationId xmlns:a16="http://schemas.microsoft.com/office/drawing/2014/main" id="{33D132D1-640C-FB9A-AD6F-D845738349F6}"/>
              </a:ext>
            </a:extLst>
          </p:cNvPr>
          <p:cNvSpPr>
            <a:spLocks noGrp="1"/>
          </p:cNvSpPr>
          <p:nvPr>
            <p:ph type="body" orient="vert" idx="1"/>
          </p:nvPr>
        </p:nvSpPr>
        <p:spPr>
          <a:xfrm>
            <a:off x="521208" y="978408"/>
            <a:ext cx="8010144" cy="5367528"/>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6955F80A-4BA7-8ED8-9A62-B92194272620}"/>
              </a:ext>
            </a:extLst>
          </p:cNvPr>
          <p:cNvSpPr>
            <a:spLocks noGrp="1"/>
          </p:cNvSpPr>
          <p:nvPr>
            <p:ph type="dt" sz="half" idx="10"/>
          </p:nvPr>
        </p:nvSpPr>
        <p:spPr/>
        <p:txBody>
          <a:bodyPr/>
          <a:lstStyle/>
          <a:p>
            <a:fld id="{3D72AD41-4989-4FE3-AEB6-73E4494D7107}" type="datetime1">
              <a:rPr lang="en-US" smtClean="0"/>
              <a:t>7/16/2026</a:t>
            </a:fld>
            <a:endParaRPr lang="en-US"/>
          </a:p>
        </p:txBody>
      </p:sp>
      <p:sp>
        <p:nvSpPr>
          <p:cNvPr id="5" name="Footer Placeholder 4">
            <a:extLst>
              <a:ext uri="{FF2B5EF4-FFF2-40B4-BE49-F238E27FC236}">
                <a16:creationId xmlns:a16="http://schemas.microsoft.com/office/drawing/2014/main" id="{85E38113-D55A-A1A0-D1FE-53C95860FB63}"/>
              </a:ext>
            </a:extLst>
          </p:cNvPr>
          <p:cNvSpPr>
            <a:spLocks noGrp="1"/>
          </p:cNvSpPr>
          <p:nvPr>
            <p:ph type="ftr" sz="quarter" idx="11"/>
          </p:nvPr>
        </p:nvSpPr>
        <p:spPr/>
        <p:txBody>
          <a:bodyPr/>
          <a:lstStyle/>
          <a:p>
            <a:r>
              <a:rPr lang="en-US"/>
              <a:t>@copyright Hoang Bao Long</a:t>
            </a:r>
          </a:p>
        </p:txBody>
      </p:sp>
      <p:sp>
        <p:nvSpPr>
          <p:cNvPr id="6" name="Slide Number Placeholder 5">
            <a:extLst>
              <a:ext uri="{FF2B5EF4-FFF2-40B4-BE49-F238E27FC236}">
                <a16:creationId xmlns:a16="http://schemas.microsoft.com/office/drawing/2014/main" id="{68919DDB-F89D-4B2D-21A2-82AF1D1023E4}"/>
              </a:ext>
            </a:extLst>
          </p:cNvPr>
          <p:cNvSpPr>
            <a:spLocks noGrp="1"/>
          </p:cNvSpPr>
          <p:nvPr>
            <p:ph type="sldNum" sz="quarter" idx="12"/>
          </p:nvPr>
        </p:nvSpPr>
        <p:spPr/>
        <p:txBody>
          <a:bodyPr/>
          <a:lstStyle/>
          <a:p>
            <a:fld id="{148CC95F-0247-41B6-91CF-DC97C76A7088}" type="slidenum">
              <a:rPr lang="en-US" smtClean="0"/>
              <a:t>‹#›</a:t>
            </a:fld>
            <a:endParaRPr lang="en-US"/>
          </a:p>
        </p:txBody>
      </p:sp>
      <p:sp>
        <p:nvSpPr>
          <p:cNvPr id="7" name="Rectangle 6">
            <a:extLst>
              <a:ext uri="{FF2B5EF4-FFF2-40B4-BE49-F238E27FC236}">
                <a16:creationId xmlns:a16="http://schemas.microsoft.com/office/drawing/2014/main" id="{262572D8-D485-1DB1-34B1-C35C61C89940}"/>
              </a:ext>
            </a:extLst>
          </p:cNvPr>
          <p:cNvSpPr/>
          <p:nvPr/>
        </p:nvSpPr>
        <p:spPr>
          <a:xfrm rot="5400000">
            <a:off x="8936623" y="3585018"/>
            <a:ext cx="5325734"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36475513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31A28D7-6581-4956-AAE3-9104804DF55B}"/>
              </a:ext>
            </a:extLst>
          </p:cNvPr>
          <p:cNvSpPr>
            <a:spLocks noGrp="1"/>
          </p:cNvSpPr>
          <p:nvPr>
            <p:ph type="title"/>
          </p:nvPr>
        </p:nvSpPr>
        <p:spPr>
          <a:xfrm>
            <a:off x="521208" y="978408"/>
            <a:ext cx="11155680" cy="1463040"/>
          </a:xfrm>
          <a:prstGeom prst="rect">
            <a:avLst/>
          </a:prstGeom>
        </p:spPr>
        <p:txBody>
          <a:bodyPr vert="horz" lIns="91440" tIns="45720" rIns="91440" bIns="45720" rtlCol="0" anchor="t">
            <a:normAutofit/>
          </a:bodyPr>
          <a:lstStyle/>
          <a:p>
            <a:r>
              <a:rPr lang="en-US" dirty="0"/>
              <a:t>Click to edit Master title style</a:t>
            </a:r>
          </a:p>
        </p:txBody>
      </p:sp>
      <p:sp>
        <p:nvSpPr>
          <p:cNvPr id="3" name="Text Placeholder 2">
            <a:extLst>
              <a:ext uri="{FF2B5EF4-FFF2-40B4-BE49-F238E27FC236}">
                <a16:creationId xmlns:a16="http://schemas.microsoft.com/office/drawing/2014/main" id="{F3CFCCA4-57A4-08A1-FC45-D2BBA66FABFA}"/>
              </a:ext>
            </a:extLst>
          </p:cNvPr>
          <p:cNvSpPr>
            <a:spLocks noGrp="1"/>
          </p:cNvSpPr>
          <p:nvPr>
            <p:ph type="body" idx="1"/>
          </p:nvPr>
        </p:nvSpPr>
        <p:spPr>
          <a:xfrm>
            <a:off x="521208" y="2578608"/>
            <a:ext cx="11155680" cy="376732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B0FAA0F4-2442-8D45-3C3D-1B8F55C8683A}"/>
              </a:ext>
            </a:extLst>
          </p:cNvPr>
          <p:cNvSpPr>
            <a:spLocks noGrp="1"/>
          </p:cNvSpPr>
          <p:nvPr>
            <p:ph type="dt" sz="half" idx="2"/>
          </p:nvPr>
        </p:nvSpPr>
        <p:spPr>
          <a:xfrm>
            <a:off x="521208" y="6419088"/>
            <a:ext cx="2743200" cy="365125"/>
          </a:xfrm>
          <a:prstGeom prst="rect">
            <a:avLst/>
          </a:prstGeom>
        </p:spPr>
        <p:txBody>
          <a:bodyPr vert="horz" lIns="91440" tIns="45720" rIns="91440" bIns="45720" rtlCol="0" anchor="ctr"/>
          <a:lstStyle>
            <a:lvl1pPr algn="l">
              <a:defRPr sz="900">
                <a:solidFill>
                  <a:schemeClr val="tx1"/>
                </a:solidFill>
              </a:defRPr>
            </a:lvl1pPr>
          </a:lstStyle>
          <a:p>
            <a:fld id="{8A1965F7-468B-45A3-B0F4-DFC01DE09C9D}" type="datetime1">
              <a:rPr lang="en-US" smtClean="0"/>
              <a:t>7/16/2026</a:t>
            </a:fld>
            <a:endParaRPr lang="en-US"/>
          </a:p>
        </p:txBody>
      </p:sp>
      <p:sp>
        <p:nvSpPr>
          <p:cNvPr id="5" name="Footer Placeholder 4">
            <a:extLst>
              <a:ext uri="{FF2B5EF4-FFF2-40B4-BE49-F238E27FC236}">
                <a16:creationId xmlns:a16="http://schemas.microsoft.com/office/drawing/2014/main" id="{9E03785E-FB42-1D54-92AC-D0A61A8FABD4}"/>
              </a:ext>
            </a:extLst>
          </p:cNvPr>
          <p:cNvSpPr>
            <a:spLocks noGrp="1"/>
          </p:cNvSpPr>
          <p:nvPr>
            <p:ph type="ftr" sz="quarter" idx="3"/>
          </p:nvPr>
        </p:nvSpPr>
        <p:spPr>
          <a:xfrm>
            <a:off x="521208" y="100584"/>
            <a:ext cx="4114800" cy="365125"/>
          </a:xfrm>
          <a:prstGeom prst="rect">
            <a:avLst/>
          </a:prstGeom>
        </p:spPr>
        <p:txBody>
          <a:bodyPr vert="horz" lIns="91440" tIns="45720" rIns="91440" bIns="45720" rtlCol="0" anchor="ctr"/>
          <a:lstStyle>
            <a:lvl1pPr algn="l">
              <a:defRPr sz="900">
                <a:solidFill>
                  <a:schemeClr val="tx1"/>
                </a:solidFill>
              </a:defRPr>
            </a:lvl1pPr>
          </a:lstStyle>
          <a:p>
            <a:r>
              <a:rPr lang="en-US"/>
              <a:t>@copyright Hoang Bao Long</a:t>
            </a:r>
            <a:endParaRPr lang="en-US" dirty="0"/>
          </a:p>
        </p:txBody>
      </p:sp>
      <p:sp>
        <p:nvSpPr>
          <p:cNvPr id="6" name="Slide Number Placeholder 5">
            <a:extLst>
              <a:ext uri="{FF2B5EF4-FFF2-40B4-BE49-F238E27FC236}">
                <a16:creationId xmlns:a16="http://schemas.microsoft.com/office/drawing/2014/main" id="{BCC9CF34-1274-DB45-4809-90E5D244A9AE}"/>
              </a:ext>
            </a:extLst>
          </p:cNvPr>
          <p:cNvSpPr>
            <a:spLocks noGrp="1"/>
          </p:cNvSpPr>
          <p:nvPr>
            <p:ph type="sldNum" sz="quarter" idx="4"/>
          </p:nvPr>
        </p:nvSpPr>
        <p:spPr>
          <a:xfrm>
            <a:off x="11457432" y="6419088"/>
            <a:ext cx="640080" cy="365125"/>
          </a:xfrm>
          <a:prstGeom prst="rect">
            <a:avLst/>
          </a:prstGeom>
        </p:spPr>
        <p:txBody>
          <a:bodyPr vert="horz" lIns="91440" tIns="45720" rIns="91440" bIns="45720" rtlCol="0" anchor="ctr"/>
          <a:lstStyle>
            <a:lvl1pPr algn="r">
              <a:defRPr sz="900">
                <a:solidFill>
                  <a:schemeClr val="tx1"/>
                </a:solidFill>
              </a:defRPr>
            </a:lvl1pPr>
          </a:lstStyle>
          <a:p>
            <a:fld id="{148CC95F-0247-41B6-91CF-DC97C76A7088}" type="slidenum">
              <a:rPr lang="en-US" smtClean="0"/>
              <a:pPr/>
              <a:t>‹#›</a:t>
            </a:fld>
            <a:endParaRPr lang="en-US"/>
          </a:p>
        </p:txBody>
      </p:sp>
      <p:sp>
        <p:nvSpPr>
          <p:cNvPr id="7" name="Freeform: Shape 6">
            <a:extLst>
              <a:ext uri="{FF2B5EF4-FFF2-40B4-BE49-F238E27FC236}">
                <a16:creationId xmlns:a16="http://schemas.microsoft.com/office/drawing/2014/main" id="{774A975B-A886-5202-0489-6965514A0D14}"/>
              </a:ext>
              <a:ext uri="{C183D7F6-B498-43B3-948B-1728B52AA6E4}">
                <adec:decorative xmlns:adec="http://schemas.microsoft.com/office/drawing/2017/decorative" val="1"/>
              </a:ext>
            </a:extLst>
          </p:cNvPr>
          <p:cNvSpPr/>
          <p:nvPr/>
        </p:nvSpPr>
        <p:spPr>
          <a:xfrm>
            <a:off x="517869" y="508090"/>
            <a:ext cx="11153214" cy="149279"/>
          </a:xfrm>
          <a:custGeom>
            <a:avLst/>
            <a:gdLst>
              <a:gd name="connsiteX0" fmla="*/ 0 w 8085002"/>
              <a:gd name="connsiteY0" fmla="*/ 0 h 149279"/>
              <a:gd name="connsiteX1" fmla="*/ 8085002 w 8085002"/>
              <a:gd name="connsiteY1" fmla="*/ 0 h 149279"/>
              <a:gd name="connsiteX2" fmla="*/ 8085002 w 8085002"/>
              <a:gd name="connsiteY2" fmla="*/ 149279 h 149279"/>
              <a:gd name="connsiteX3" fmla="*/ 0 w 8085002"/>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8085002" h="149279">
                <a:moveTo>
                  <a:pt x="0" y="0"/>
                </a:moveTo>
                <a:lnTo>
                  <a:pt x="8085002" y="0"/>
                </a:lnTo>
                <a:lnTo>
                  <a:pt x="8085002"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1200131808"/>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46" r:id="rId6"/>
    <p:sldLayoutId id="2147483742" r:id="rId7"/>
    <p:sldLayoutId id="2147483743" r:id="rId8"/>
    <p:sldLayoutId id="2147483744" r:id="rId9"/>
    <p:sldLayoutId id="2147483745" r:id="rId10"/>
    <p:sldLayoutId id="2147483747" r:id="rId11"/>
  </p:sldLayoutIdLst>
  <p:hf hdr="0"/>
  <p:txStyles>
    <p:titleStyle>
      <a:lvl1pPr algn="l" defTabSz="914400" rtl="0" eaLnBrk="1" latinLnBrk="0" hangingPunct="1">
        <a:lnSpc>
          <a:spcPct val="100000"/>
        </a:lnSpc>
        <a:spcBef>
          <a:spcPct val="0"/>
        </a:spcBef>
        <a:buNone/>
        <a:defRPr sz="4400" b="1" kern="120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 Id="rId4" Type="http://schemas.openxmlformats.org/officeDocument/2006/relationships/image" Target="../media/image28.png"/></Relationships>
</file>

<file path=ppt/slides/_rels/slide3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6" name="Rectangle 35">
            <a:extLst>
              <a:ext uri="{FF2B5EF4-FFF2-40B4-BE49-F238E27FC236}">
                <a16:creationId xmlns:a16="http://schemas.microsoft.com/office/drawing/2014/main" id="{E20BB609-EF92-42DB-836C-0699A590B5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4" name="Picture 3" descr="A mosaic of colorful geometric shapes">
            <a:extLst>
              <a:ext uri="{FF2B5EF4-FFF2-40B4-BE49-F238E27FC236}">
                <a16:creationId xmlns:a16="http://schemas.microsoft.com/office/drawing/2014/main" id="{6EEC4B7E-81FC-57AF-108B-2BC472A1C19D}"/>
              </a:ext>
            </a:extLst>
          </p:cNvPr>
          <p:cNvPicPr>
            <a:picLocks noChangeAspect="1"/>
          </p:cNvPicPr>
          <p:nvPr/>
        </p:nvPicPr>
        <p:blipFill>
          <a:blip r:embed="rId2"/>
          <a:srcRect t="17309" r="-1" b="3999"/>
          <a:stretch>
            <a:fillRect/>
          </a:stretch>
        </p:blipFill>
        <p:spPr>
          <a:xfrm>
            <a:off x="20" y="10"/>
            <a:ext cx="12188932" cy="6857990"/>
          </a:xfrm>
          <a:prstGeom prst="rect">
            <a:avLst/>
          </a:prstGeom>
        </p:spPr>
      </p:pic>
      <p:sp>
        <p:nvSpPr>
          <p:cNvPr id="38" name="Rectangle 37">
            <a:extLst>
              <a:ext uri="{FF2B5EF4-FFF2-40B4-BE49-F238E27FC236}">
                <a16:creationId xmlns:a16="http://schemas.microsoft.com/office/drawing/2014/main" id="{ECF0998E-D577-43EA-A7B8-E3EC67F759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389239" y="-389238"/>
            <a:ext cx="6858000" cy="7636476"/>
          </a:xfrm>
          <a:prstGeom prst="rect">
            <a:avLst/>
          </a:prstGeom>
          <a:gradFill>
            <a:gsLst>
              <a:gs pos="100000">
                <a:srgbClr val="000000">
                  <a:alpha val="0"/>
                </a:srgbClr>
              </a:gs>
              <a:gs pos="0">
                <a:schemeClr val="tx1"/>
              </a:gs>
              <a:gs pos="0">
                <a:srgbClr val="000000">
                  <a:alpha val="70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Rectangle 39">
            <a:extLst>
              <a:ext uri="{FF2B5EF4-FFF2-40B4-BE49-F238E27FC236}">
                <a16:creationId xmlns:a16="http://schemas.microsoft.com/office/drawing/2014/main" id="{B2C335F7-F61C-4EB4-80F2-4B1438FE66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508090"/>
            <a:ext cx="5021183" cy="149279"/>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Rectangle 41">
            <a:extLst>
              <a:ext uri="{FF2B5EF4-FFF2-40B4-BE49-F238E27FC236}">
                <a16:creationId xmlns:a16="http://schemas.microsoft.com/office/drawing/2014/main" id="{E7DC364D-882B-4786-89FB-1703C1A5CF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524" y="3205874"/>
            <a:ext cx="12188952" cy="3652125"/>
          </a:xfrm>
          <a:prstGeom prst="rect">
            <a:avLst/>
          </a:prstGeom>
          <a:gradFill>
            <a:gsLst>
              <a:gs pos="100000">
                <a:srgbClr val="000000">
                  <a:alpha val="0"/>
                </a:srgbClr>
              </a:gs>
              <a:gs pos="0">
                <a:schemeClr val="tx1"/>
              </a:gs>
              <a:gs pos="0">
                <a:srgbClr val="000000">
                  <a:alpha val="70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3AC5EEF-F96F-A9D9-A3EF-1C39A7453AA4}"/>
              </a:ext>
            </a:extLst>
          </p:cNvPr>
          <p:cNvSpPr>
            <a:spLocks noGrp="1"/>
          </p:cNvSpPr>
          <p:nvPr>
            <p:ph type="ctrTitle"/>
          </p:nvPr>
        </p:nvSpPr>
        <p:spPr>
          <a:xfrm>
            <a:off x="517870" y="978408"/>
            <a:ext cx="5021182" cy="2620670"/>
          </a:xfrm>
        </p:spPr>
        <p:txBody>
          <a:bodyPr anchor="t">
            <a:normAutofit/>
          </a:bodyPr>
          <a:lstStyle/>
          <a:p>
            <a:pPr>
              <a:lnSpc>
                <a:spcPct val="90000"/>
              </a:lnSpc>
            </a:pPr>
            <a:r>
              <a:rPr lang="vi-VN" sz="6000" dirty="0">
                <a:solidFill>
                  <a:srgbClr val="FFFFFF"/>
                </a:solidFill>
              </a:rPr>
              <a:t>AMBA APB</a:t>
            </a:r>
            <a:endParaRPr lang="en-US" sz="6000" dirty="0">
              <a:solidFill>
                <a:srgbClr val="FFFFFF"/>
              </a:solidFill>
            </a:endParaRPr>
          </a:p>
        </p:txBody>
      </p:sp>
      <p:sp>
        <p:nvSpPr>
          <p:cNvPr id="3" name="Subtitle 2">
            <a:extLst>
              <a:ext uri="{FF2B5EF4-FFF2-40B4-BE49-F238E27FC236}">
                <a16:creationId xmlns:a16="http://schemas.microsoft.com/office/drawing/2014/main" id="{562066D8-E419-ECC2-DE2A-D89ADAF26820}"/>
              </a:ext>
            </a:extLst>
          </p:cNvPr>
          <p:cNvSpPr>
            <a:spLocks noGrp="1"/>
          </p:cNvSpPr>
          <p:nvPr>
            <p:ph type="subTitle" idx="1"/>
          </p:nvPr>
        </p:nvSpPr>
        <p:spPr>
          <a:xfrm>
            <a:off x="6652366" y="4108182"/>
            <a:ext cx="5040785" cy="1828799"/>
          </a:xfrm>
        </p:spPr>
        <p:txBody>
          <a:bodyPr anchor="b">
            <a:normAutofit/>
          </a:bodyPr>
          <a:lstStyle/>
          <a:p>
            <a:r>
              <a:rPr lang="en-US" b="1">
                <a:solidFill>
                  <a:srgbClr val="FFFFFF"/>
                </a:solidFill>
              </a:rPr>
              <a:t>Digital VLSI Design </a:t>
            </a:r>
          </a:p>
          <a:p>
            <a:r>
              <a:rPr lang="en-US" b="1">
                <a:solidFill>
                  <a:srgbClr val="FFFFFF"/>
                </a:solidFill>
              </a:rPr>
              <a:t>Actor: Hoang Bao Long</a:t>
            </a:r>
          </a:p>
        </p:txBody>
      </p:sp>
      <p:sp>
        <p:nvSpPr>
          <p:cNvPr id="9" name="Footer Placeholder 8">
            <a:extLst>
              <a:ext uri="{FF2B5EF4-FFF2-40B4-BE49-F238E27FC236}">
                <a16:creationId xmlns:a16="http://schemas.microsoft.com/office/drawing/2014/main" id="{1D3468A8-873C-A679-75EB-488EB0F79A0F}"/>
              </a:ext>
            </a:extLst>
          </p:cNvPr>
          <p:cNvSpPr>
            <a:spLocks noGrp="1"/>
          </p:cNvSpPr>
          <p:nvPr>
            <p:ph type="ftr" sz="quarter" idx="11"/>
          </p:nvPr>
        </p:nvSpPr>
        <p:spPr>
          <a:xfrm>
            <a:off x="521208" y="100584"/>
            <a:ext cx="4114800" cy="365125"/>
          </a:xfrm>
        </p:spPr>
        <p:txBody>
          <a:bodyPr>
            <a:normAutofit/>
          </a:bodyPr>
          <a:lstStyle/>
          <a:p>
            <a:pPr>
              <a:spcAft>
                <a:spcPts val="600"/>
              </a:spcAft>
            </a:pPr>
            <a:r>
              <a:rPr lang="en-US">
                <a:solidFill>
                  <a:srgbClr val="FFFFFF"/>
                </a:solidFill>
              </a:rPr>
              <a:t>@copyright Hoang Bao Long</a:t>
            </a:r>
          </a:p>
        </p:txBody>
      </p:sp>
      <p:sp>
        <p:nvSpPr>
          <p:cNvPr id="44" name="Rectangle 43">
            <a:extLst>
              <a:ext uri="{FF2B5EF4-FFF2-40B4-BE49-F238E27FC236}">
                <a16:creationId xmlns:a16="http://schemas.microsoft.com/office/drawing/2014/main" id="{F1189494-2B67-46D2-93D6-A122A09BF6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62168" y="6300289"/>
            <a:ext cx="5021183" cy="45719"/>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Date Placeholder 7">
            <a:extLst>
              <a:ext uri="{FF2B5EF4-FFF2-40B4-BE49-F238E27FC236}">
                <a16:creationId xmlns:a16="http://schemas.microsoft.com/office/drawing/2014/main" id="{827F3692-F537-8A04-DAA9-BD16A7931D7A}"/>
              </a:ext>
            </a:extLst>
          </p:cNvPr>
          <p:cNvSpPr>
            <a:spLocks noGrp="1"/>
          </p:cNvSpPr>
          <p:nvPr>
            <p:ph type="dt" sz="half" idx="10"/>
          </p:nvPr>
        </p:nvSpPr>
        <p:spPr>
          <a:xfrm>
            <a:off x="521208" y="6419088"/>
            <a:ext cx="2743200" cy="365125"/>
          </a:xfrm>
        </p:spPr>
        <p:txBody>
          <a:bodyPr>
            <a:normAutofit/>
          </a:bodyPr>
          <a:lstStyle/>
          <a:p>
            <a:pPr>
              <a:spcAft>
                <a:spcPts val="600"/>
              </a:spcAft>
            </a:pPr>
            <a:fld id="{FCED49C6-D2D7-4BE3-97DE-E79A1300023E}" type="datetime1">
              <a:rPr lang="en-US" smtClean="0">
                <a:solidFill>
                  <a:srgbClr val="FFFFFF"/>
                </a:solidFill>
              </a:rPr>
              <a:t>7/16/2026</a:t>
            </a:fld>
            <a:endParaRPr lang="en-US">
              <a:solidFill>
                <a:srgbClr val="FFFFFF"/>
              </a:solidFill>
            </a:endParaRPr>
          </a:p>
        </p:txBody>
      </p:sp>
      <p:sp>
        <p:nvSpPr>
          <p:cNvPr id="5" name="Slide Number Placeholder 4">
            <a:extLst>
              <a:ext uri="{FF2B5EF4-FFF2-40B4-BE49-F238E27FC236}">
                <a16:creationId xmlns:a16="http://schemas.microsoft.com/office/drawing/2014/main" id="{76B77D16-7AF0-6453-25FD-B9471912470E}"/>
              </a:ext>
            </a:extLst>
          </p:cNvPr>
          <p:cNvSpPr>
            <a:spLocks noGrp="1"/>
          </p:cNvSpPr>
          <p:nvPr>
            <p:ph type="sldNum" sz="quarter" idx="12"/>
          </p:nvPr>
        </p:nvSpPr>
        <p:spPr/>
        <p:txBody>
          <a:bodyPr/>
          <a:lstStyle/>
          <a:p>
            <a:fld id="{148CC95F-0247-41B6-91CF-DC97C76A7088}" type="slidenum">
              <a:rPr lang="en-US" smtClean="0"/>
              <a:t>1</a:t>
            </a:fld>
            <a:endParaRPr lang="en-US"/>
          </a:p>
        </p:txBody>
      </p:sp>
    </p:spTree>
    <p:extLst>
      <p:ext uri="{BB962C8B-B14F-4D97-AF65-F5344CB8AC3E}">
        <p14:creationId xmlns:p14="http://schemas.microsoft.com/office/powerpoint/2010/main" val="658088981"/>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6553B9D-3329-047E-8835-54B605B6E1BB}"/>
            </a:ext>
          </a:extLst>
        </p:cNvPr>
        <p:cNvGrpSpPr/>
        <p:nvPr/>
      </p:nvGrpSpPr>
      <p:grpSpPr>
        <a:xfrm>
          <a:off x="0" y="0"/>
          <a:ext cx="0" cy="0"/>
          <a:chOff x="0" y="0"/>
          <a:chExt cx="0" cy="0"/>
        </a:xfrm>
      </p:grpSpPr>
      <p:sp useBgFill="1">
        <p:nvSpPr>
          <p:cNvPr id="36" name="Rectangle 35">
            <a:extLst>
              <a:ext uri="{FF2B5EF4-FFF2-40B4-BE49-F238E27FC236}">
                <a16:creationId xmlns:a16="http://schemas.microsoft.com/office/drawing/2014/main" id="{E20BB609-EF92-42DB-836C-0699A590B5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4" name="Picture 3" descr="A mosaic of colorful geometric shapes">
            <a:extLst>
              <a:ext uri="{FF2B5EF4-FFF2-40B4-BE49-F238E27FC236}">
                <a16:creationId xmlns:a16="http://schemas.microsoft.com/office/drawing/2014/main" id="{457EC4F2-1531-E76F-ED5C-A0F2FF55E890}"/>
              </a:ext>
            </a:extLst>
          </p:cNvPr>
          <p:cNvPicPr>
            <a:picLocks noChangeAspect="1"/>
          </p:cNvPicPr>
          <p:nvPr/>
        </p:nvPicPr>
        <p:blipFill>
          <a:blip r:embed="rId2"/>
          <a:srcRect t="17309" r="-1" b="3999"/>
          <a:stretch>
            <a:fillRect/>
          </a:stretch>
        </p:blipFill>
        <p:spPr>
          <a:xfrm>
            <a:off x="20" y="10"/>
            <a:ext cx="12188932" cy="6857990"/>
          </a:xfrm>
          <a:prstGeom prst="rect">
            <a:avLst/>
          </a:prstGeom>
        </p:spPr>
      </p:pic>
      <p:sp>
        <p:nvSpPr>
          <p:cNvPr id="38" name="Rectangle 37">
            <a:extLst>
              <a:ext uri="{FF2B5EF4-FFF2-40B4-BE49-F238E27FC236}">
                <a16:creationId xmlns:a16="http://schemas.microsoft.com/office/drawing/2014/main" id="{ECF0998E-D577-43EA-A7B8-E3EC67F759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389239" y="-389238"/>
            <a:ext cx="6858000" cy="7636476"/>
          </a:xfrm>
          <a:prstGeom prst="rect">
            <a:avLst/>
          </a:prstGeom>
          <a:gradFill>
            <a:gsLst>
              <a:gs pos="100000">
                <a:srgbClr val="000000">
                  <a:alpha val="0"/>
                </a:srgbClr>
              </a:gs>
              <a:gs pos="0">
                <a:schemeClr val="tx1"/>
              </a:gs>
              <a:gs pos="0">
                <a:srgbClr val="000000">
                  <a:alpha val="70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Rectangle 39">
            <a:extLst>
              <a:ext uri="{FF2B5EF4-FFF2-40B4-BE49-F238E27FC236}">
                <a16:creationId xmlns:a16="http://schemas.microsoft.com/office/drawing/2014/main" id="{B2C335F7-F61C-4EB4-80F2-4B1438FE66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508090"/>
            <a:ext cx="5021183" cy="149279"/>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Rectangle 41">
            <a:extLst>
              <a:ext uri="{FF2B5EF4-FFF2-40B4-BE49-F238E27FC236}">
                <a16:creationId xmlns:a16="http://schemas.microsoft.com/office/drawing/2014/main" id="{E7DC364D-882B-4786-89FB-1703C1A5CF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524" y="3205874"/>
            <a:ext cx="12188952" cy="3652125"/>
          </a:xfrm>
          <a:prstGeom prst="rect">
            <a:avLst/>
          </a:prstGeom>
          <a:gradFill>
            <a:gsLst>
              <a:gs pos="100000">
                <a:srgbClr val="000000">
                  <a:alpha val="0"/>
                </a:srgbClr>
              </a:gs>
              <a:gs pos="0">
                <a:schemeClr val="tx1"/>
              </a:gs>
              <a:gs pos="0">
                <a:srgbClr val="000000">
                  <a:alpha val="70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8D714D7-1B7C-890F-BF3D-2967DBF8E806}"/>
              </a:ext>
            </a:extLst>
          </p:cNvPr>
          <p:cNvSpPr>
            <a:spLocks noGrp="1"/>
          </p:cNvSpPr>
          <p:nvPr>
            <p:ph type="ctrTitle"/>
          </p:nvPr>
        </p:nvSpPr>
        <p:spPr>
          <a:xfrm>
            <a:off x="517870" y="978408"/>
            <a:ext cx="5021182" cy="2620670"/>
          </a:xfrm>
        </p:spPr>
        <p:txBody>
          <a:bodyPr anchor="t">
            <a:normAutofit/>
          </a:bodyPr>
          <a:lstStyle/>
          <a:p>
            <a:r>
              <a:rPr lang="en-US" sz="4000">
                <a:solidFill>
                  <a:srgbClr val="FFFFFF"/>
                </a:solidFill>
              </a:rPr>
              <a:t>1. Specifications</a:t>
            </a:r>
          </a:p>
        </p:txBody>
      </p:sp>
      <p:sp>
        <p:nvSpPr>
          <p:cNvPr id="3" name="Subtitle 2">
            <a:extLst>
              <a:ext uri="{FF2B5EF4-FFF2-40B4-BE49-F238E27FC236}">
                <a16:creationId xmlns:a16="http://schemas.microsoft.com/office/drawing/2014/main" id="{AFE19C6C-B6CF-8C37-E6B1-4DA5030FD483}"/>
              </a:ext>
            </a:extLst>
          </p:cNvPr>
          <p:cNvSpPr>
            <a:spLocks noGrp="1"/>
          </p:cNvSpPr>
          <p:nvPr>
            <p:ph type="subTitle" idx="1"/>
          </p:nvPr>
        </p:nvSpPr>
        <p:spPr>
          <a:xfrm>
            <a:off x="6652366" y="4108182"/>
            <a:ext cx="5040785" cy="1828799"/>
          </a:xfrm>
        </p:spPr>
        <p:txBody>
          <a:bodyPr anchor="b">
            <a:normAutofit/>
          </a:bodyPr>
          <a:lstStyle/>
          <a:p>
            <a:r>
              <a:rPr lang="en-US" sz="1600" b="1">
                <a:solidFill>
                  <a:srgbClr val="FFFFFF"/>
                </a:solidFill>
              </a:rPr>
              <a:t>Digital VLSI Design </a:t>
            </a:r>
          </a:p>
          <a:p>
            <a:r>
              <a:rPr lang="en-US" sz="1600" b="1">
                <a:solidFill>
                  <a:srgbClr val="FFFFFF"/>
                </a:solidFill>
              </a:rPr>
              <a:t>Actor: Hoang Bao Long</a:t>
            </a:r>
          </a:p>
        </p:txBody>
      </p:sp>
      <p:sp>
        <p:nvSpPr>
          <p:cNvPr id="7" name="Footer Placeholder 6">
            <a:extLst>
              <a:ext uri="{FF2B5EF4-FFF2-40B4-BE49-F238E27FC236}">
                <a16:creationId xmlns:a16="http://schemas.microsoft.com/office/drawing/2014/main" id="{E96CBE2F-E5E3-0CBE-B35F-BB45915CF86C}"/>
              </a:ext>
            </a:extLst>
          </p:cNvPr>
          <p:cNvSpPr>
            <a:spLocks noGrp="1"/>
          </p:cNvSpPr>
          <p:nvPr>
            <p:ph type="ftr" sz="quarter" idx="11"/>
          </p:nvPr>
        </p:nvSpPr>
        <p:spPr>
          <a:xfrm>
            <a:off x="521208" y="100584"/>
            <a:ext cx="4114800" cy="365125"/>
          </a:xfrm>
        </p:spPr>
        <p:txBody>
          <a:bodyPr>
            <a:normAutofit/>
          </a:bodyPr>
          <a:lstStyle/>
          <a:p>
            <a:pPr>
              <a:spcAft>
                <a:spcPts val="600"/>
              </a:spcAft>
            </a:pPr>
            <a:r>
              <a:rPr lang="en-US">
                <a:solidFill>
                  <a:srgbClr val="FFFFFF"/>
                </a:solidFill>
              </a:rPr>
              <a:t>@copyright Hoang Bao Long</a:t>
            </a:r>
          </a:p>
        </p:txBody>
      </p:sp>
      <p:sp>
        <p:nvSpPr>
          <p:cNvPr id="44" name="Rectangle 43">
            <a:extLst>
              <a:ext uri="{FF2B5EF4-FFF2-40B4-BE49-F238E27FC236}">
                <a16:creationId xmlns:a16="http://schemas.microsoft.com/office/drawing/2014/main" id="{F1189494-2B67-46D2-93D6-A122A09BF6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62168" y="6300289"/>
            <a:ext cx="5021183" cy="45719"/>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Date Placeholder 5">
            <a:extLst>
              <a:ext uri="{FF2B5EF4-FFF2-40B4-BE49-F238E27FC236}">
                <a16:creationId xmlns:a16="http://schemas.microsoft.com/office/drawing/2014/main" id="{6F70A378-24C3-CF11-DC48-C115A5B5D4EA}"/>
              </a:ext>
            </a:extLst>
          </p:cNvPr>
          <p:cNvSpPr>
            <a:spLocks noGrp="1"/>
          </p:cNvSpPr>
          <p:nvPr>
            <p:ph type="dt" sz="half" idx="10"/>
          </p:nvPr>
        </p:nvSpPr>
        <p:spPr>
          <a:xfrm>
            <a:off x="521208" y="6419088"/>
            <a:ext cx="2743200" cy="365125"/>
          </a:xfrm>
        </p:spPr>
        <p:txBody>
          <a:bodyPr>
            <a:normAutofit/>
          </a:bodyPr>
          <a:lstStyle/>
          <a:p>
            <a:pPr>
              <a:spcAft>
                <a:spcPts val="600"/>
              </a:spcAft>
            </a:pPr>
            <a:fld id="{B55A5261-39B1-4A8C-A07E-5B00042C19C9}" type="datetime1">
              <a:rPr lang="en-US" smtClean="0">
                <a:solidFill>
                  <a:srgbClr val="FFFFFF"/>
                </a:solidFill>
              </a:rPr>
              <a:t>7/16/2026</a:t>
            </a:fld>
            <a:endParaRPr lang="en-US">
              <a:solidFill>
                <a:srgbClr val="FFFFFF"/>
              </a:solidFill>
            </a:endParaRPr>
          </a:p>
        </p:txBody>
      </p:sp>
      <p:sp>
        <p:nvSpPr>
          <p:cNvPr id="5" name="Slide Number Placeholder 4">
            <a:extLst>
              <a:ext uri="{FF2B5EF4-FFF2-40B4-BE49-F238E27FC236}">
                <a16:creationId xmlns:a16="http://schemas.microsoft.com/office/drawing/2014/main" id="{1828D1BF-9C91-AB3F-B6A7-146B6A50E917}"/>
              </a:ext>
            </a:extLst>
          </p:cNvPr>
          <p:cNvSpPr>
            <a:spLocks noGrp="1"/>
          </p:cNvSpPr>
          <p:nvPr>
            <p:ph type="sldNum" sz="quarter" idx="12"/>
          </p:nvPr>
        </p:nvSpPr>
        <p:spPr/>
        <p:txBody>
          <a:bodyPr/>
          <a:lstStyle/>
          <a:p>
            <a:fld id="{148CC95F-0247-41B6-91CF-DC97C76A7088}" type="slidenum">
              <a:rPr lang="en-US" smtClean="0"/>
              <a:t>2</a:t>
            </a:fld>
            <a:endParaRPr lang="en-US"/>
          </a:p>
        </p:txBody>
      </p:sp>
    </p:spTree>
    <p:extLst>
      <p:ext uri="{BB962C8B-B14F-4D97-AF65-F5344CB8AC3E}">
        <p14:creationId xmlns:p14="http://schemas.microsoft.com/office/powerpoint/2010/main" val="97478110"/>
      </p:ext>
    </p:extLst>
  </p:cSld>
  <p:clrMapOvr>
    <a:overrideClrMapping bg1="dk1" tx1="lt1" bg2="dk2" tx2="lt2" accent1="accent1" accent2="accent2" accent3="accent3" accent4="accent4" accent5="accent5" accent6="accent6" hlink="hlink" folHlink="folHlink"/>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AA0AB8-8443-81DD-7370-31D74F0DFBC1}"/>
              </a:ext>
            </a:extLst>
          </p:cNvPr>
          <p:cNvSpPr>
            <a:spLocks noGrp="1"/>
          </p:cNvSpPr>
          <p:nvPr>
            <p:ph type="title"/>
          </p:nvPr>
        </p:nvSpPr>
        <p:spPr>
          <a:xfrm>
            <a:off x="521208" y="978408"/>
            <a:ext cx="11155680" cy="585216"/>
          </a:xfrm>
        </p:spPr>
        <p:txBody>
          <a:bodyPr>
            <a:normAutofit fontScale="90000"/>
          </a:bodyPr>
          <a:lstStyle/>
          <a:p>
            <a:r>
              <a:rPr lang="en-US"/>
              <a:t>1. Specifications</a:t>
            </a:r>
          </a:p>
        </p:txBody>
      </p:sp>
      <p:sp>
        <p:nvSpPr>
          <p:cNvPr id="8" name="Date Placeholder 7">
            <a:extLst>
              <a:ext uri="{FF2B5EF4-FFF2-40B4-BE49-F238E27FC236}">
                <a16:creationId xmlns:a16="http://schemas.microsoft.com/office/drawing/2014/main" id="{74D99196-F38A-63E9-0CFF-A88A1E292C81}"/>
              </a:ext>
            </a:extLst>
          </p:cNvPr>
          <p:cNvSpPr>
            <a:spLocks noGrp="1"/>
          </p:cNvSpPr>
          <p:nvPr>
            <p:ph type="dt" sz="half" idx="10"/>
          </p:nvPr>
        </p:nvSpPr>
        <p:spPr/>
        <p:txBody>
          <a:bodyPr/>
          <a:lstStyle/>
          <a:p>
            <a:fld id="{780F2533-275E-428B-B3B3-9CA4281B478F}" type="datetime1">
              <a:rPr lang="en-US" smtClean="0"/>
              <a:t>7/16/2026</a:t>
            </a:fld>
            <a:endParaRPr lang="en-US"/>
          </a:p>
        </p:txBody>
      </p:sp>
      <p:sp>
        <p:nvSpPr>
          <p:cNvPr id="9" name="Footer Placeholder 8">
            <a:extLst>
              <a:ext uri="{FF2B5EF4-FFF2-40B4-BE49-F238E27FC236}">
                <a16:creationId xmlns:a16="http://schemas.microsoft.com/office/drawing/2014/main" id="{72F3E660-7C2D-C102-38FC-4513397F776F}"/>
              </a:ext>
            </a:extLst>
          </p:cNvPr>
          <p:cNvSpPr>
            <a:spLocks noGrp="1"/>
          </p:cNvSpPr>
          <p:nvPr>
            <p:ph type="ftr" sz="quarter" idx="11"/>
          </p:nvPr>
        </p:nvSpPr>
        <p:spPr/>
        <p:txBody>
          <a:bodyPr/>
          <a:lstStyle/>
          <a:p>
            <a:r>
              <a:rPr lang="en-US"/>
              <a:t>@copyright Hoang Bao Long</a:t>
            </a:r>
          </a:p>
        </p:txBody>
      </p:sp>
      <p:sp>
        <p:nvSpPr>
          <p:cNvPr id="11" name="Slide Number Placeholder 10">
            <a:extLst>
              <a:ext uri="{FF2B5EF4-FFF2-40B4-BE49-F238E27FC236}">
                <a16:creationId xmlns:a16="http://schemas.microsoft.com/office/drawing/2014/main" id="{DE6FB2C6-8F21-42DE-3499-04660327A576}"/>
              </a:ext>
            </a:extLst>
          </p:cNvPr>
          <p:cNvSpPr>
            <a:spLocks noGrp="1"/>
          </p:cNvSpPr>
          <p:nvPr>
            <p:ph type="sldNum" sz="quarter" idx="12"/>
          </p:nvPr>
        </p:nvSpPr>
        <p:spPr/>
        <p:txBody>
          <a:bodyPr/>
          <a:lstStyle/>
          <a:p>
            <a:fld id="{148CC95F-0247-41B6-91CF-DC97C76A7088}" type="slidenum">
              <a:rPr lang="en-US" smtClean="0"/>
              <a:t>3</a:t>
            </a:fld>
            <a:endParaRPr lang="en-US"/>
          </a:p>
        </p:txBody>
      </p:sp>
      <p:sp>
        <p:nvSpPr>
          <p:cNvPr id="3" name="TextBox 2">
            <a:extLst>
              <a:ext uri="{FF2B5EF4-FFF2-40B4-BE49-F238E27FC236}">
                <a16:creationId xmlns:a16="http://schemas.microsoft.com/office/drawing/2014/main" id="{48C20548-927A-6E1C-6C3F-113FF65A04AC}"/>
              </a:ext>
            </a:extLst>
          </p:cNvPr>
          <p:cNvSpPr txBox="1"/>
          <p:nvPr/>
        </p:nvSpPr>
        <p:spPr>
          <a:xfrm>
            <a:off x="521209" y="2888799"/>
            <a:ext cx="11033443" cy="646331"/>
          </a:xfrm>
          <a:prstGeom prst="rect">
            <a:avLst/>
          </a:prstGeom>
          <a:noFill/>
        </p:spPr>
        <p:txBody>
          <a:bodyPr wrap="square">
            <a:spAutoFit/>
          </a:bodyPr>
          <a:lstStyle/>
          <a:p>
            <a:pPr algn="just"/>
            <a:r>
              <a:rPr lang="en-US"/>
              <a:t>The Advanced Microcontroller Bus Architecture (AMBA) specification defines an on-chip communications standard for designing high-performance embedded microcontrollers. </a:t>
            </a:r>
          </a:p>
        </p:txBody>
      </p:sp>
      <p:sp>
        <p:nvSpPr>
          <p:cNvPr id="4" name="TextBox 3">
            <a:extLst>
              <a:ext uri="{FF2B5EF4-FFF2-40B4-BE49-F238E27FC236}">
                <a16:creationId xmlns:a16="http://schemas.microsoft.com/office/drawing/2014/main" id="{A78E4952-F944-ED57-8A5F-481F944EE791}"/>
              </a:ext>
            </a:extLst>
          </p:cNvPr>
          <p:cNvSpPr txBox="1"/>
          <p:nvPr/>
        </p:nvSpPr>
        <p:spPr>
          <a:xfrm>
            <a:off x="521208" y="3843845"/>
            <a:ext cx="11033443" cy="1477328"/>
          </a:xfrm>
          <a:prstGeom prst="rect">
            <a:avLst/>
          </a:prstGeom>
          <a:noFill/>
        </p:spPr>
        <p:txBody>
          <a:bodyPr wrap="square">
            <a:spAutoFit/>
          </a:bodyPr>
          <a:lstStyle/>
          <a:p>
            <a:r>
              <a:rPr lang="en-US"/>
              <a:t>Four distinct buses are defined within the AMBA specification: </a:t>
            </a:r>
          </a:p>
          <a:p>
            <a:pPr marL="285750" indent="-285750">
              <a:buFont typeface="Arial" panose="020B0604020202020204" pitchFamily="34" charset="0"/>
              <a:buChar char="•"/>
            </a:pPr>
            <a:r>
              <a:rPr lang="en-US"/>
              <a:t>The Advanced High-performance Bus (AHB) </a:t>
            </a:r>
          </a:p>
          <a:p>
            <a:pPr marL="285750" indent="-285750">
              <a:buFont typeface="Arial" panose="020B0604020202020204" pitchFamily="34" charset="0"/>
              <a:buChar char="•"/>
            </a:pPr>
            <a:r>
              <a:rPr lang="en-US"/>
              <a:t>The Advanced System Bus (ASB) </a:t>
            </a:r>
          </a:p>
          <a:p>
            <a:pPr marL="285750" indent="-285750">
              <a:buFont typeface="Arial" panose="020B0604020202020204" pitchFamily="34" charset="0"/>
              <a:buChar char="•"/>
            </a:pPr>
            <a:r>
              <a:rPr lang="en-US"/>
              <a:t>The Advanced Peripheral Bus (APB).</a:t>
            </a:r>
          </a:p>
          <a:p>
            <a:pPr marL="285750" indent="-285750">
              <a:buFont typeface="Arial" panose="020B0604020202020204" pitchFamily="34" charset="0"/>
              <a:buChar char="•"/>
            </a:pPr>
            <a:r>
              <a:rPr lang="en-US"/>
              <a:t>The Advanced eXtensible Interface (AXI)</a:t>
            </a:r>
          </a:p>
        </p:txBody>
      </p:sp>
      <p:sp>
        <p:nvSpPr>
          <p:cNvPr id="13" name="Title 1">
            <a:extLst>
              <a:ext uri="{FF2B5EF4-FFF2-40B4-BE49-F238E27FC236}">
                <a16:creationId xmlns:a16="http://schemas.microsoft.com/office/drawing/2014/main" id="{34E0B97C-35EE-0C9C-D952-1DADF7D30782}"/>
              </a:ext>
            </a:extLst>
          </p:cNvPr>
          <p:cNvSpPr txBox="1">
            <a:spLocks/>
          </p:cNvSpPr>
          <p:nvPr/>
        </p:nvSpPr>
        <p:spPr>
          <a:xfrm>
            <a:off x="652270" y="1668587"/>
            <a:ext cx="11125202" cy="425190"/>
          </a:xfrm>
          <a:prstGeom prst="rect">
            <a:avLst/>
          </a:prstGeom>
        </p:spPr>
        <p:txBody>
          <a:bodyPr vert="horz" lIns="0" tIns="0" rIns="0" bIns="0" rtlCol="0" anchor="t">
            <a:noAutofit/>
          </a:bodyPr>
          <a:lstStyle>
            <a:lvl1pPr algn="l" defTabSz="914400" rtl="0" eaLnBrk="1" latinLnBrk="0" hangingPunct="1">
              <a:lnSpc>
                <a:spcPct val="100000"/>
              </a:lnSpc>
              <a:spcBef>
                <a:spcPct val="0"/>
              </a:spcBef>
              <a:buNone/>
              <a:defRPr sz="3200" b="0" kern="1200" spc="0" baseline="0">
                <a:solidFill>
                  <a:schemeClr val="tx1"/>
                </a:solidFill>
                <a:latin typeface="+mj-lt"/>
                <a:ea typeface="+mj-ea"/>
                <a:cs typeface="+mj-cs"/>
              </a:defRPr>
            </a:lvl1pPr>
          </a:lstStyle>
          <a:p>
            <a:r>
              <a:rPr lang="vi-VN" sz="2600" b="1" dirty="0"/>
              <a:t>1.1. Overview of AMBA Protocol</a:t>
            </a:r>
            <a:endParaRPr lang="en-US" sz="2600" b="1" dirty="0"/>
          </a:p>
        </p:txBody>
      </p:sp>
    </p:spTree>
    <p:extLst>
      <p:ext uri="{BB962C8B-B14F-4D97-AF65-F5344CB8AC3E}">
        <p14:creationId xmlns:p14="http://schemas.microsoft.com/office/powerpoint/2010/main" val="300356415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B1BC8B-8DD3-E011-32E0-624710C56A4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EF2EF2F-4E93-CBAB-87AE-377520C297B3}"/>
              </a:ext>
            </a:extLst>
          </p:cNvPr>
          <p:cNvSpPr>
            <a:spLocks noGrp="1"/>
          </p:cNvSpPr>
          <p:nvPr>
            <p:ph type="title"/>
          </p:nvPr>
        </p:nvSpPr>
        <p:spPr>
          <a:xfrm>
            <a:off x="521208" y="978408"/>
            <a:ext cx="11155680" cy="585216"/>
          </a:xfrm>
        </p:spPr>
        <p:txBody>
          <a:bodyPr>
            <a:normAutofit fontScale="90000"/>
          </a:bodyPr>
          <a:lstStyle/>
          <a:p>
            <a:r>
              <a:rPr lang="en-US"/>
              <a:t>1. Specifications</a:t>
            </a:r>
          </a:p>
        </p:txBody>
      </p:sp>
      <p:sp>
        <p:nvSpPr>
          <p:cNvPr id="8" name="Date Placeholder 7">
            <a:extLst>
              <a:ext uri="{FF2B5EF4-FFF2-40B4-BE49-F238E27FC236}">
                <a16:creationId xmlns:a16="http://schemas.microsoft.com/office/drawing/2014/main" id="{2F0A64F7-66EC-93B1-EC95-4923616D1BF9}"/>
              </a:ext>
            </a:extLst>
          </p:cNvPr>
          <p:cNvSpPr>
            <a:spLocks noGrp="1"/>
          </p:cNvSpPr>
          <p:nvPr>
            <p:ph type="dt" sz="half" idx="10"/>
          </p:nvPr>
        </p:nvSpPr>
        <p:spPr/>
        <p:txBody>
          <a:bodyPr/>
          <a:lstStyle/>
          <a:p>
            <a:fld id="{780F2533-275E-428B-B3B3-9CA4281B478F}" type="datetime1">
              <a:rPr lang="en-US" smtClean="0"/>
              <a:t>7/16/2026</a:t>
            </a:fld>
            <a:endParaRPr lang="en-US"/>
          </a:p>
        </p:txBody>
      </p:sp>
      <p:sp>
        <p:nvSpPr>
          <p:cNvPr id="9" name="Footer Placeholder 8">
            <a:extLst>
              <a:ext uri="{FF2B5EF4-FFF2-40B4-BE49-F238E27FC236}">
                <a16:creationId xmlns:a16="http://schemas.microsoft.com/office/drawing/2014/main" id="{D39F091E-6A77-60C1-3E9F-DDBE2835F957}"/>
              </a:ext>
            </a:extLst>
          </p:cNvPr>
          <p:cNvSpPr>
            <a:spLocks noGrp="1"/>
          </p:cNvSpPr>
          <p:nvPr>
            <p:ph type="ftr" sz="quarter" idx="11"/>
          </p:nvPr>
        </p:nvSpPr>
        <p:spPr/>
        <p:txBody>
          <a:bodyPr/>
          <a:lstStyle/>
          <a:p>
            <a:r>
              <a:rPr lang="en-US"/>
              <a:t>@copyright Hoang Bao Long</a:t>
            </a:r>
          </a:p>
        </p:txBody>
      </p:sp>
      <p:sp>
        <p:nvSpPr>
          <p:cNvPr id="11" name="Slide Number Placeholder 10">
            <a:extLst>
              <a:ext uri="{FF2B5EF4-FFF2-40B4-BE49-F238E27FC236}">
                <a16:creationId xmlns:a16="http://schemas.microsoft.com/office/drawing/2014/main" id="{7BD2546C-A5D0-A8F5-0A68-5BD27098B9BE}"/>
              </a:ext>
            </a:extLst>
          </p:cNvPr>
          <p:cNvSpPr>
            <a:spLocks noGrp="1"/>
          </p:cNvSpPr>
          <p:nvPr>
            <p:ph type="sldNum" sz="quarter" idx="12"/>
          </p:nvPr>
        </p:nvSpPr>
        <p:spPr/>
        <p:txBody>
          <a:bodyPr/>
          <a:lstStyle/>
          <a:p>
            <a:fld id="{148CC95F-0247-41B6-91CF-DC97C76A7088}" type="slidenum">
              <a:rPr lang="en-US" smtClean="0"/>
              <a:t>4</a:t>
            </a:fld>
            <a:endParaRPr lang="en-US"/>
          </a:p>
        </p:txBody>
      </p:sp>
      <p:pic>
        <p:nvPicPr>
          <p:cNvPr id="3" name="Picture 2" descr="A diagram of a computer network&#10;&#10;AI-generated content may be incorrect.">
            <a:extLst>
              <a:ext uri="{FF2B5EF4-FFF2-40B4-BE49-F238E27FC236}">
                <a16:creationId xmlns:a16="http://schemas.microsoft.com/office/drawing/2014/main" id="{FAAB4C75-515A-C0C4-3A53-C1360582E663}"/>
              </a:ext>
            </a:extLst>
          </p:cNvPr>
          <p:cNvPicPr>
            <a:picLocks noChangeAspect="1"/>
          </p:cNvPicPr>
          <p:nvPr/>
        </p:nvPicPr>
        <p:blipFill>
          <a:blip r:embed="rId2"/>
          <a:stretch>
            <a:fillRect/>
          </a:stretch>
        </p:blipFill>
        <p:spPr>
          <a:xfrm>
            <a:off x="3798098" y="2303769"/>
            <a:ext cx="4595803" cy="1956273"/>
          </a:xfrm>
          <a:prstGeom prst="rect">
            <a:avLst/>
          </a:prstGeom>
        </p:spPr>
      </p:pic>
      <p:graphicFrame>
        <p:nvGraphicFramePr>
          <p:cNvPr id="4" name="Table 3">
            <a:extLst>
              <a:ext uri="{FF2B5EF4-FFF2-40B4-BE49-F238E27FC236}">
                <a16:creationId xmlns:a16="http://schemas.microsoft.com/office/drawing/2014/main" id="{3294DEA1-82CB-5AA1-F697-A96466B513F5}"/>
              </a:ext>
            </a:extLst>
          </p:cNvPr>
          <p:cNvGraphicFramePr>
            <a:graphicFrameLocks noGrp="1"/>
          </p:cNvGraphicFramePr>
          <p:nvPr>
            <p:extLst>
              <p:ext uri="{D42A27DB-BD31-4B8C-83A1-F6EECF244321}">
                <p14:modId xmlns:p14="http://schemas.microsoft.com/office/powerpoint/2010/main" val="860989277"/>
              </p:ext>
            </p:extLst>
          </p:nvPr>
        </p:nvGraphicFramePr>
        <p:xfrm>
          <a:off x="903078" y="4327389"/>
          <a:ext cx="10385844" cy="2194560"/>
        </p:xfrm>
        <a:graphic>
          <a:graphicData uri="http://schemas.openxmlformats.org/drawingml/2006/table">
            <a:tbl>
              <a:tblPr firstRow="1" bandRow="1">
                <a:tableStyleId>{073A0DAA-6AF3-43AB-8588-CEC1D06C72B9}</a:tableStyleId>
              </a:tblPr>
              <a:tblGrid>
                <a:gridCol w="3461948">
                  <a:extLst>
                    <a:ext uri="{9D8B030D-6E8A-4147-A177-3AD203B41FA5}">
                      <a16:colId xmlns:a16="http://schemas.microsoft.com/office/drawing/2014/main" val="1205175989"/>
                    </a:ext>
                  </a:extLst>
                </a:gridCol>
                <a:gridCol w="3461948">
                  <a:extLst>
                    <a:ext uri="{9D8B030D-6E8A-4147-A177-3AD203B41FA5}">
                      <a16:colId xmlns:a16="http://schemas.microsoft.com/office/drawing/2014/main" val="948741232"/>
                    </a:ext>
                  </a:extLst>
                </a:gridCol>
                <a:gridCol w="3461948">
                  <a:extLst>
                    <a:ext uri="{9D8B030D-6E8A-4147-A177-3AD203B41FA5}">
                      <a16:colId xmlns:a16="http://schemas.microsoft.com/office/drawing/2014/main" val="3842210722"/>
                    </a:ext>
                  </a:extLst>
                </a:gridCol>
              </a:tblGrid>
              <a:tr h="264464">
                <a:tc>
                  <a:txBody>
                    <a:bodyPr/>
                    <a:lstStyle/>
                    <a:p>
                      <a:pPr algn="ctr"/>
                      <a:r>
                        <a:rPr lang="en-US">
                          <a:solidFill>
                            <a:schemeClr val="bg1"/>
                          </a:solidFill>
                        </a:rPr>
                        <a:t>AMBA AHB</a:t>
                      </a:r>
                      <a:endParaRPr lang="en-US">
                        <a:solidFill>
                          <a:schemeClr val="bg1"/>
                        </a:solidFill>
                        <a:latin typeface="Arial" panose="020B0604020202020204" pitchFamily="34" charset="0"/>
                        <a:cs typeface="Arial" panose="020B0604020202020204" pitchFamily="34" charset="0"/>
                      </a:endParaRPr>
                    </a:p>
                  </a:txBody>
                  <a:tcPr/>
                </a:tc>
                <a:tc>
                  <a:txBody>
                    <a:bodyPr/>
                    <a:lstStyle/>
                    <a:p>
                      <a:pPr algn="ctr"/>
                      <a:r>
                        <a:rPr lang="en-US">
                          <a:solidFill>
                            <a:schemeClr val="bg1"/>
                          </a:solidFill>
                        </a:rPr>
                        <a:t>AMBA ASB</a:t>
                      </a:r>
                      <a:endParaRPr lang="en-US">
                        <a:solidFill>
                          <a:schemeClr val="bg1"/>
                        </a:solidFill>
                        <a:latin typeface="Arial" panose="020B0604020202020204" pitchFamily="34" charset="0"/>
                        <a:cs typeface="Arial" panose="020B0604020202020204" pitchFamily="34" charset="0"/>
                      </a:endParaRPr>
                    </a:p>
                  </a:txBody>
                  <a:tcPr/>
                </a:tc>
                <a:tc>
                  <a:txBody>
                    <a:bodyPr/>
                    <a:lstStyle/>
                    <a:p>
                      <a:pPr algn="ctr"/>
                      <a:r>
                        <a:rPr lang="en-US">
                          <a:solidFill>
                            <a:schemeClr val="bg1"/>
                          </a:solidFill>
                        </a:rPr>
                        <a:t>AMBA APB</a:t>
                      </a:r>
                      <a:endParaRPr lang="en-US">
                        <a:solidFill>
                          <a:schemeClr val="bg1"/>
                        </a:solidFill>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2965510425"/>
                  </a:ext>
                </a:extLst>
              </a:tr>
              <a:tr h="264464">
                <a:tc>
                  <a:txBody>
                    <a:bodyPr/>
                    <a:lstStyle/>
                    <a:p>
                      <a:r>
                        <a:rPr lang="en-US"/>
                        <a:t>High performance</a:t>
                      </a:r>
                      <a:endParaRPr lang="en-US">
                        <a:latin typeface="Arial" panose="020B0604020202020204" pitchFamily="34" charset="0"/>
                        <a:cs typeface="Arial" panose="020B0604020202020204" pitchFamily="34" charset="0"/>
                      </a:endParaRPr>
                    </a:p>
                  </a:txBody>
                  <a:tcPr/>
                </a:tc>
                <a:tc>
                  <a:txBody>
                    <a:bodyPr/>
                    <a:lstStyle/>
                    <a:p>
                      <a:r>
                        <a:rPr lang="en-US"/>
                        <a:t>High performance</a:t>
                      </a:r>
                      <a:endParaRPr lang="en-US">
                        <a:latin typeface="Arial" panose="020B0604020202020204" pitchFamily="34" charset="0"/>
                        <a:cs typeface="Arial" panose="020B0604020202020204" pitchFamily="34" charset="0"/>
                      </a:endParaRPr>
                    </a:p>
                  </a:txBody>
                  <a:tcPr/>
                </a:tc>
                <a:tc>
                  <a:txBody>
                    <a:bodyPr/>
                    <a:lstStyle/>
                    <a:p>
                      <a:r>
                        <a:rPr lang="en-US"/>
                        <a:t>Low power</a:t>
                      </a:r>
                      <a:endParaRPr lang="en-US">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3700784814"/>
                  </a:ext>
                </a:extLst>
              </a:tr>
              <a:tr h="264464">
                <a:tc>
                  <a:txBody>
                    <a:bodyPr/>
                    <a:lstStyle/>
                    <a:p>
                      <a:r>
                        <a:rPr lang="en-US"/>
                        <a:t>Pipelined operation</a:t>
                      </a:r>
                      <a:endParaRPr lang="en-US">
                        <a:latin typeface="Arial" panose="020B0604020202020204" pitchFamily="34" charset="0"/>
                        <a:cs typeface="Arial" panose="020B0604020202020204" pitchFamily="34" charset="0"/>
                      </a:endParaRPr>
                    </a:p>
                  </a:txBody>
                  <a:tcPr/>
                </a:tc>
                <a:tc>
                  <a:txBody>
                    <a:bodyPr/>
                    <a:lstStyle/>
                    <a:p>
                      <a:r>
                        <a:rPr lang="en-US" dirty="0"/>
                        <a:t>Pipelined operation</a:t>
                      </a:r>
                      <a:endParaRPr lang="en-US" dirty="0">
                        <a:latin typeface="Arial" panose="020B0604020202020204" pitchFamily="34" charset="0"/>
                        <a:cs typeface="Arial" panose="020B0604020202020204" pitchFamily="34" charset="0"/>
                      </a:endParaRPr>
                    </a:p>
                  </a:txBody>
                  <a:tcPr/>
                </a:tc>
                <a:tc>
                  <a:txBody>
                    <a:bodyPr/>
                    <a:lstStyle/>
                    <a:p>
                      <a:r>
                        <a:rPr lang="en-US"/>
                        <a:t>Latched address and control</a:t>
                      </a:r>
                      <a:endParaRPr lang="en-US">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2058006778"/>
                  </a:ext>
                </a:extLst>
              </a:tr>
              <a:tr h="264464">
                <a:tc>
                  <a:txBody>
                    <a:bodyPr/>
                    <a:lstStyle/>
                    <a:p>
                      <a:r>
                        <a:rPr lang="en-US"/>
                        <a:t>Multiple bus masters</a:t>
                      </a:r>
                      <a:endParaRPr lang="en-US">
                        <a:latin typeface="Arial" panose="020B0604020202020204" pitchFamily="34" charset="0"/>
                        <a:cs typeface="Arial" panose="020B0604020202020204" pitchFamily="34" charset="0"/>
                      </a:endParaRPr>
                    </a:p>
                  </a:txBody>
                  <a:tcPr/>
                </a:tc>
                <a:tc>
                  <a:txBody>
                    <a:bodyPr/>
                    <a:lstStyle/>
                    <a:p>
                      <a:r>
                        <a:rPr lang="en-US"/>
                        <a:t>Multiple bus masters</a:t>
                      </a:r>
                      <a:endParaRPr lang="en-US">
                        <a:latin typeface="Arial" panose="020B0604020202020204" pitchFamily="34" charset="0"/>
                        <a:cs typeface="Arial" panose="020B0604020202020204" pitchFamily="34" charset="0"/>
                      </a:endParaRPr>
                    </a:p>
                  </a:txBody>
                  <a:tcPr/>
                </a:tc>
                <a:tc>
                  <a:txBody>
                    <a:bodyPr/>
                    <a:lstStyle/>
                    <a:p>
                      <a:r>
                        <a:rPr lang="en-US"/>
                        <a:t>Simple interface</a:t>
                      </a:r>
                      <a:endParaRPr lang="en-US">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302855955"/>
                  </a:ext>
                </a:extLst>
              </a:tr>
              <a:tr h="264464">
                <a:tc>
                  <a:txBody>
                    <a:bodyPr/>
                    <a:lstStyle/>
                    <a:p>
                      <a:r>
                        <a:rPr lang="en-US"/>
                        <a:t>Burst transfers</a:t>
                      </a:r>
                      <a:endParaRPr lang="en-US">
                        <a:latin typeface="Arial" panose="020B0604020202020204" pitchFamily="34" charset="0"/>
                        <a:cs typeface="Arial" panose="020B0604020202020204" pitchFamily="34" charset="0"/>
                      </a:endParaRPr>
                    </a:p>
                  </a:txBody>
                  <a:tcPr/>
                </a:tc>
                <a:tc>
                  <a:txBody>
                    <a:bodyPr/>
                    <a:lstStyle/>
                    <a:p>
                      <a:endParaRPr lang="en-US">
                        <a:latin typeface="Arial" panose="020B0604020202020204" pitchFamily="34" charset="0"/>
                        <a:cs typeface="Arial" panose="020B0604020202020204" pitchFamily="34" charset="0"/>
                      </a:endParaRPr>
                    </a:p>
                  </a:txBody>
                  <a:tcPr/>
                </a:tc>
                <a:tc>
                  <a:txBody>
                    <a:bodyPr/>
                    <a:lstStyle/>
                    <a:p>
                      <a:r>
                        <a:rPr lang="en-US"/>
                        <a:t>Suitable for many peripherals</a:t>
                      </a:r>
                      <a:endParaRPr lang="en-US">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2842609111"/>
                  </a:ext>
                </a:extLst>
              </a:tr>
              <a:tr h="264464">
                <a:tc>
                  <a:txBody>
                    <a:bodyPr/>
                    <a:lstStyle/>
                    <a:p>
                      <a:r>
                        <a:rPr lang="en-US" dirty="0"/>
                        <a:t>Split transactions</a:t>
                      </a:r>
                      <a:endParaRPr lang="en-US" dirty="0">
                        <a:latin typeface="Arial" panose="020B0604020202020204" pitchFamily="34" charset="0"/>
                        <a:cs typeface="Arial" panose="020B0604020202020204" pitchFamily="34" charset="0"/>
                      </a:endParaRPr>
                    </a:p>
                  </a:txBody>
                  <a:tcPr/>
                </a:tc>
                <a:tc>
                  <a:txBody>
                    <a:bodyPr/>
                    <a:lstStyle/>
                    <a:p>
                      <a:endParaRPr lang="en-US">
                        <a:latin typeface="Arial" panose="020B0604020202020204" pitchFamily="34" charset="0"/>
                        <a:cs typeface="Arial" panose="020B0604020202020204" pitchFamily="34" charset="0"/>
                      </a:endParaRPr>
                    </a:p>
                  </a:txBody>
                  <a:tcPr/>
                </a:tc>
                <a:tc>
                  <a:txBody>
                    <a:bodyPr/>
                    <a:lstStyle/>
                    <a:p>
                      <a:endParaRPr lang="en-US"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793419668"/>
                  </a:ext>
                </a:extLst>
              </a:tr>
            </a:tbl>
          </a:graphicData>
        </a:graphic>
      </p:graphicFrame>
      <p:sp>
        <p:nvSpPr>
          <p:cNvPr id="5" name="Title 1">
            <a:extLst>
              <a:ext uri="{FF2B5EF4-FFF2-40B4-BE49-F238E27FC236}">
                <a16:creationId xmlns:a16="http://schemas.microsoft.com/office/drawing/2014/main" id="{2CAE7C01-ED95-68B2-0C70-6AAF33AAC0FD}"/>
              </a:ext>
            </a:extLst>
          </p:cNvPr>
          <p:cNvSpPr txBox="1">
            <a:spLocks/>
          </p:cNvSpPr>
          <p:nvPr/>
        </p:nvSpPr>
        <p:spPr>
          <a:xfrm>
            <a:off x="652270" y="1668587"/>
            <a:ext cx="11125202" cy="425190"/>
          </a:xfrm>
          <a:prstGeom prst="rect">
            <a:avLst/>
          </a:prstGeom>
        </p:spPr>
        <p:txBody>
          <a:bodyPr vert="horz" lIns="0" tIns="0" rIns="0" bIns="0" rtlCol="0" anchor="t">
            <a:noAutofit/>
          </a:bodyPr>
          <a:lstStyle>
            <a:lvl1pPr algn="l" defTabSz="914400" rtl="0" eaLnBrk="1" latinLnBrk="0" hangingPunct="1">
              <a:lnSpc>
                <a:spcPct val="100000"/>
              </a:lnSpc>
              <a:spcBef>
                <a:spcPct val="0"/>
              </a:spcBef>
              <a:buNone/>
              <a:defRPr sz="3200" b="0" kern="1200" spc="0" baseline="0">
                <a:solidFill>
                  <a:schemeClr val="tx1"/>
                </a:solidFill>
                <a:latin typeface="+mj-lt"/>
                <a:ea typeface="+mj-ea"/>
                <a:cs typeface="+mj-cs"/>
              </a:defRPr>
            </a:lvl1pPr>
          </a:lstStyle>
          <a:p>
            <a:r>
              <a:rPr lang="vi-VN" sz="2600" b="1" dirty="0"/>
              <a:t>1.1. Overview of AMBA Protocol</a:t>
            </a:r>
            <a:endParaRPr lang="en-US" sz="2600" b="1" dirty="0"/>
          </a:p>
        </p:txBody>
      </p:sp>
    </p:spTree>
    <p:extLst>
      <p:ext uri="{BB962C8B-B14F-4D97-AF65-F5344CB8AC3E}">
        <p14:creationId xmlns:p14="http://schemas.microsoft.com/office/powerpoint/2010/main" val="15825709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24954E-CFF4-473E-789B-3CB258549E9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AEA139E-CA1D-AB4D-8514-E25EF26AEA6A}"/>
              </a:ext>
            </a:extLst>
          </p:cNvPr>
          <p:cNvSpPr>
            <a:spLocks noGrp="1"/>
          </p:cNvSpPr>
          <p:nvPr>
            <p:ph type="title"/>
          </p:nvPr>
        </p:nvSpPr>
        <p:spPr>
          <a:xfrm>
            <a:off x="521208" y="978408"/>
            <a:ext cx="11155680" cy="585216"/>
          </a:xfrm>
        </p:spPr>
        <p:txBody>
          <a:bodyPr>
            <a:normAutofit fontScale="90000"/>
          </a:bodyPr>
          <a:lstStyle/>
          <a:p>
            <a:r>
              <a:rPr lang="en-US"/>
              <a:t>1. Specifications</a:t>
            </a:r>
          </a:p>
        </p:txBody>
      </p:sp>
      <p:sp>
        <p:nvSpPr>
          <p:cNvPr id="8" name="Date Placeholder 7">
            <a:extLst>
              <a:ext uri="{FF2B5EF4-FFF2-40B4-BE49-F238E27FC236}">
                <a16:creationId xmlns:a16="http://schemas.microsoft.com/office/drawing/2014/main" id="{EF195DEB-E98E-3C3A-BAD8-BF307D219B9D}"/>
              </a:ext>
            </a:extLst>
          </p:cNvPr>
          <p:cNvSpPr>
            <a:spLocks noGrp="1"/>
          </p:cNvSpPr>
          <p:nvPr>
            <p:ph type="dt" sz="half" idx="10"/>
          </p:nvPr>
        </p:nvSpPr>
        <p:spPr/>
        <p:txBody>
          <a:bodyPr/>
          <a:lstStyle/>
          <a:p>
            <a:fld id="{780F2533-275E-428B-B3B3-9CA4281B478F}" type="datetime1">
              <a:rPr lang="en-US" smtClean="0"/>
              <a:t>7/16/2026</a:t>
            </a:fld>
            <a:endParaRPr lang="en-US"/>
          </a:p>
        </p:txBody>
      </p:sp>
      <p:sp>
        <p:nvSpPr>
          <p:cNvPr id="9" name="Footer Placeholder 8">
            <a:extLst>
              <a:ext uri="{FF2B5EF4-FFF2-40B4-BE49-F238E27FC236}">
                <a16:creationId xmlns:a16="http://schemas.microsoft.com/office/drawing/2014/main" id="{95B5F88F-895F-7C6B-218B-838D9F509490}"/>
              </a:ext>
            </a:extLst>
          </p:cNvPr>
          <p:cNvSpPr>
            <a:spLocks noGrp="1"/>
          </p:cNvSpPr>
          <p:nvPr>
            <p:ph type="ftr" sz="quarter" idx="11"/>
          </p:nvPr>
        </p:nvSpPr>
        <p:spPr/>
        <p:txBody>
          <a:bodyPr/>
          <a:lstStyle/>
          <a:p>
            <a:r>
              <a:rPr lang="en-US"/>
              <a:t>@copyright Hoang Bao Long</a:t>
            </a:r>
          </a:p>
        </p:txBody>
      </p:sp>
      <p:sp>
        <p:nvSpPr>
          <p:cNvPr id="11" name="Slide Number Placeholder 10">
            <a:extLst>
              <a:ext uri="{FF2B5EF4-FFF2-40B4-BE49-F238E27FC236}">
                <a16:creationId xmlns:a16="http://schemas.microsoft.com/office/drawing/2014/main" id="{CB849980-6B2E-4FCB-D24D-BD9F9BAE1E29}"/>
              </a:ext>
            </a:extLst>
          </p:cNvPr>
          <p:cNvSpPr>
            <a:spLocks noGrp="1"/>
          </p:cNvSpPr>
          <p:nvPr>
            <p:ph type="sldNum" sz="quarter" idx="12"/>
          </p:nvPr>
        </p:nvSpPr>
        <p:spPr/>
        <p:txBody>
          <a:bodyPr/>
          <a:lstStyle/>
          <a:p>
            <a:fld id="{148CC95F-0247-41B6-91CF-DC97C76A7088}" type="slidenum">
              <a:rPr lang="en-US" smtClean="0"/>
              <a:t>5</a:t>
            </a:fld>
            <a:endParaRPr lang="en-US"/>
          </a:p>
        </p:txBody>
      </p:sp>
      <p:sp>
        <p:nvSpPr>
          <p:cNvPr id="3" name="Title 1">
            <a:extLst>
              <a:ext uri="{FF2B5EF4-FFF2-40B4-BE49-F238E27FC236}">
                <a16:creationId xmlns:a16="http://schemas.microsoft.com/office/drawing/2014/main" id="{F0826C7E-FFA3-3A9E-8403-FF323FBEB3E4}"/>
              </a:ext>
            </a:extLst>
          </p:cNvPr>
          <p:cNvSpPr txBox="1">
            <a:spLocks/>
          </p:cNvSpPr>
          <p:nvPr/>
        </p:nvSpPr>
        <p:spPr>
          <a:xfrm>
            <a:off x="652270" y="1668587"/>
            <a:ext cx="11125202" cy="425190"/>
          </a:xfrm>
          <a:prstGeom prst="rect">
            <a:avLst/>
          </a:prstGeom>
        </p:spPr>
        <p:txBody>
          <a:bodyPr vert="horz" lIns="0" tIns="0" rIns="0" bIns="0" rtlCol="0" anchor="t">
            <a:noAutofit/>
          </a:bodyPr>
          <a:lstStyle>
            <a:lvl1pPr algn="l" defTabSz="914400" rtl="0" eaLnBrk="1" latinLnBrk="0" hangingPunct="1">
              <a:lnSpc>
                <a:spcPct val="100000"/>
              </a:lnSpc>
              <a:spcBef>
                <a:spcPct val="0"/>
              </a:spcBef>
              <a:buNone/>
              <a:defRPr sz="3200" b="0" kern="1200" spc="0" baseline="0">
                <a:solidFill>
                  <a:schemeClr val="tx1"/>
                </a:solidFill>
                <a:latin typeface="+mj-lt"/>
                <a:ea typeface="+mj-ea"/>
                <a:cs typeface="+mj-cs"/>
              </a:defRPr>
            </a:lvl1pPr>
          </a:lstStyle>
          <a:p>
            <a:r>
              <a:rPr lang="vi-VN" sz="2600" b="1" dirty="0"/>
              <a:t>1.2. Key features of </a:t>
            </a:r>
            <a:r>
              <a:rPr lang="en-US" sz="2600" b="1" dirty="0"/>
              <a:t>the AMBA Advanced Peripheral Bus (APB)</a:t>
            </a:r>
          </a:p>
        </p:txBody>
      </p:sp>
      <p:sp>
        <p:nvSpPr>
          <p:cNvPr id="14" name="TextBox 13">
            <a:extLst>
              <a:ext uri="{FF2B5EF4-FFF2-40B4-BE49-F238E27FC236}">
                <a16:creationId xmlns:a16="http://schemas.microsoft.com/office/drawing/2014/main" id="{E7FA5DDB-FECC-7CDD-D7A8-15FF9535D4C3}"/>
              </a:ext>
            </a:extLst>
          </p:cNvPr>
          <p:cNvSpPr txBox="1"/>
          <p:nvPr/>
        </p:nvSpPr>
        <p:spPr>
          <a:xfrm>
            <a:off x="521209" y="2472229"/>
            <a:ext cx="11039538" cy="646331"/>
          </a:xfrm>
          <a:prstGeom prst="rect">
            <a:avLst/>
          </a:prstGeom>
          <a:noFill/>
        </p:spPr>
        <p:txBody>
          <a:bodyPr wrap="square">
            <a:spAutoFit/>
          </a:bodyPr>
          <a:lstStyle/>
          <a:p>
            <a:pPr algn="just"/>
            <a:r>
              <a:rPr lang="en-US" b="1"/>
              <a:t>Low-cost interface: </a:t>
            </a:r>
            <a:r>
              <a:rPr lang="en-US"/>
              <a:t>APB is designed with a simple architecture that minimizes hardware resources and implementation cost.</a:t>
            </a:r>
          </a:p>
        </p:txBody>
      </p:sp>
      <p:sp>
        <p:nvSpPr>
          <p:cNvPr id="15" name="TextBox 14">
            <a:extLst>
              <a:ext uri="{FF2B5EF4-FFF2-40B4-BE49-F238E27FC236}">
                <a16:creationId xmlns:a16="http://schemas.microsoft.com/office/drawing/2014/main" id="{452BEA8F-0104-AA53-A51C-7C081BE20A00}"/>
              </a:ext>
            </a:extLst>
          </p:cNvPr>
          <p:cNvSpPr txBox="1"/>
          <p:nvPr/>
        </p:nvSpPr>
        <p:spPr>
          <a:xfrm>
            <a:off x="521208" y="4504078"/>
            <a:ext cx="10991469" cy="369332"/>
          </a:xfrm>
          <a:prstGeom prst="rect">
            <a:avLst/>
          </a:prstGeom>
          <a:noFill/>
        </p:spPr>
        <p:txBody>
          <a:bodyPr wrap="square">
            <a:spAutoFit/>
          </a:bodyPr>
          <a:lstStyle/>
          <a:p>
            <a:pPr algn="just"/>
            <a:r>
              <a:rPr lang="en-US" b="1"/>
              <a:t>Non-pipelined operation: </a:t>
            </a:r>
            <a:r>
              <a:rPr lang="en-US"/>
              <a:t>Transfers are performed sequentially without overlapping phases.</a:t>
            </a:r>
          </a:p>
        </p:txBody>
      </p:sp>
      <p:sp>
        <p:nvSpPr>
          <p:cNvPr id="16" name="TextBox 15">
            <a:extLst>
              <a:ext uri="{FF2B5EF4-FFF2-40B4-BE49-F238E27FC236}">
                <a16:creationId xmlns:a16="http://schemas.microsoft.com/office/drawing/2014/main" id="{49187B2B-442D-A488-60A7-A4A03709CE85}"/>
              </a:ext>
            </a:extLst>
          </p:cNvPr>
          <p:cNvSpPr txBox="1"/>
          <p:nvPr/>
        </p:nvSpPr>
        <p:spPr>
          <a:xfrm>
            <a:off x="521209" y="4010149"/>
            <a:ext cx="10991469" cy="369332"/>
          </a:xfrm>
          <a:prstGeom prst="rect">
            <a:avLst/>
          </a:prstGeom>
          <a:noFill/>
        </p:spPr>
        <p:txBody>
          <a:bodyPr wrap="square">
            <a:spAutoFit/>
          </a:bodyPr>
          <a:lstStyle/>
          <a:p>
            <a:pPr algn="just"/>
            <a:r>
              <a:rPr lang="en-US" b="1"/>
              <a:t>Synchronous protocol: </a:t>
            </a:r>
            <a:r>
              <a:rPr lang="en-US"/>
              <a:t>All APB transactions are synchronized to the system clock.</a:t>
            </a:r>
          </a:p>
        </p:txBody>
      </p:sp>
      <p:sp>
        <p:nvSpPr>
          <p:cNvPr id="17" name="TextBox 16">
            <a:extLst>
              <a:ext uri="{FF2B5EF4-FFF2-40B4-BE49-F238E27FC236}">
                <a16:creationId xmlns:a16="http://schemas.microsoft.com/office/drawing/2014/main" id="{5EF3FD2C-28E9-E5DD-B2C8-61D8787EB899}"/>
              </a:ext>
            </a:extLst>
          </p:cNvPr>
          <p:cNvSpPr txBox="1"/>
          <p:nvPr/>
        </p:nvSpPr>
        <p:spPr>
          <a:xfrm>
            <a:off x="521209" y="3239221"/>
            <a:ext cx="11039537" cy="646331"/>
          </a:xfrm>
          <a:prstGeom prst="rect">
            <a:avLst/>
          </a:prstGeom>
          <a:noFill/>
        </p:spPr>
        <p:txBody>
          <a:bodyPr wrap="square">
            <a:spAutoFit/>
          </a:bodyPr>
          <a:lstStyle/>
          <a:p>
            <a:pPr algn="just"/>
            <a:r>
              <a:rPr lang="en-US" b="1"/>
              <a:t>Low power consumption: </a:t>
            </a:r>
            <a:r>
              <a:rPr lang="en-US"/>
              <a:t>The non-pipelined and simple transfer mechanism helps reduce power usage, making APB suitable for peripheral devices.</a:t>
            </a:r>
          </a:p>
        </p:txBody>
      </p:sp>
      <p:sp>
        <p:nvSpPr>
          <p:cNvPr id="18" name="TextBox 17">
            <a:extLst>
              <a:ext uri="{FF2B5EF4-FFF2-40B4-BE49-F238E27FC236}">
                <a16:creationId xmlns:a16="http://schemas.microsoft.com/office/drawing/2014/main" id="{2117C946-0555-662C-F8DF-D3FC38E82110}"/>
              </a:ext>
            </a:extLst>
          </p:cNvPr>
          <p:cNvSpPr txBox="1"/>
          <p:nvPr/>
        </p:nvSpPr>
        <p:spPr>
          <a:xfrm>
            <a:off x="521208" y="4998007"/>
            <a:ext cx="10845483" cy="646331"/>
          </a:xfrm>
          <a:prstGeom prst="rect">
            <a:avLst/>
          </a:prstGeom>
          <a:noFill/>
        </p:spPr>
        <p:txBody>
          <a:bodyPr wrap="square">
            <a:spAutoFit/>
          </a:bodyPr>
          <a:lstStyle/>
          <a:p>
            <a:r>
              <a:rPr lang="en-US" b="1"/>
              <a:t>Low bandwidth, optimized for control register access</a:t>
            </a:r>
            <a:br>
              <a:rPr lang="en-US"/>
            </a:br>
            <a:r>
              <a:rPr lang="en-US"/>
              <a:t>APB is intended for accessing programmable control registers rather than high-throughput data transfers.</a:t>
            </a:r>
          </a:p>
        </p:txBody>
      </p:sp>
    </p:spTree>
    <p:extLst>
      <p:ext uri="{BB962C8B-B14F-4D97-AF65-F5344CB8AC3E}">
        <p14:creationId xmlns:p14="http://schemas.microsoft.com/office/powerpoint/2010/main" val="338329110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3F1405-BBFA-FCD0-07D0-895CFE5FBB8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1F51FE7-CF50-9971-7B31-9D959B8BCCF2}"/>
              </a:ext>
            </a:extLst>
          </p:cNvPr>
          <p:cNvSpPr>
            <a:spLocks noGrp="1"/>
          </p:cNvSpPr>
          <p:nvPr>
            <p:ph type="title"/>
          </p:nvPr>
        </p:nvSpPr>
        <p:spPr>
          <a:xfrm>
            <a:off x="521208" y="978408"/>
            <a:ext cx="11155680" cy="585216"/>
          </a:xfrm>
        </p:spPr>
        <p:txBody>
          <a:bodyPr>
            <a:normAutofit fontScale="90000"/>
          </a:bodyPr>
          <a:lstStyle/>
          <a:p>
            <a:r>
              <a:rPr lang="en-US"/>
              <a:t>1. Specifications</a:t>
            </a:r>
          </a:p>
        </p:txBody>
      </p:sp>
      <p:sp>
        <p:nvSpPr>
          <p:cNvPr id="8" name="Date Placeholder 7">
            <a:extLst>
              <a:ext uri="{FF2B5EF4-FFF2-40B4-BE49-F238E27FC236}">
                <a16:creationId xmlns:a16="http://schemas.microsoft.com/office/drawing/2014/main" id="{EA524B4A-7641-483E-1078-65493A5409F6}"/>
              </a:ext>
            </a:extLst>
          </p:cNvPr>
          <p:cNvSpPr>
            <a:spLocks noGrp="1"/>
          </p:cNvSpPr>
          <p:nvPr>
            <p:ph type="dt" sz="half" idx="10"/>
          </p:nvPr>
        </p:nvSpPr>
        <p:spPr/>
        <p:txBody>
          <a:bodyPr/>
          <a:lstStyle/>
          <a:p>
            <a:fld id="{780F2533-275E-428B-B3B3-9CA4281B478F}" type="datetime1">
              <a:rPr lang="en-US" smtClean="0"/>
              <a:t>7/16/2026</a:t>
            </a:fld>
            <a:endParaRPr lang="en-US"/>
          </a:p>
        </p:txBody>
      </p:sp>
      <p:sp>
        <p:nvSpPr>
          <p:cNvPr id="9" name="Footer Placeholder 8">
            <a:extLst>
              <a:ext uri="{FF2B5EF4-FFF2-40B4-BE49-F238E27FC236}">
                <a16:creationId xmlns:a16="http://schemas.microsoft.com/office/drawing/2014/main" id="{7BF27AD5-DA8B-ADBB-C057-073E7AF201F6}"/>
              </a:ext>
            </a:extLst>
          </p:cNvPr>
          <p:cNvSpPr>
            <a:spLocks noGrp="1"/>
          </p:cNvSpPr>
          <p:nvPr>
            <p:ph type="ftr" sz="quarter" idx="11"/>
          </p:nvPr>
        </p:nvSpPr>
        <p:spPr/>
        <p:txBody>
          <a:bodyPr/>
          <a:lstStyle/>
          <a:p>
            <a:r>
              <a:rPr lang="en-US"/>
              <a:t>@copyright Hoang Bao Long</a:t>
            </a:r>
          </a:p>
        </p:txBody>
      </p:sp>
      <p:sp>
        <p:nvSpPr>
          <p:cNvPr id="11" name="Slide Number Placeholder 10">
            <a:extLst>
              <a:ext uri="{FF2B5EF4-FFF2-40B4-BE49-F238E27FC236}">
                <a16:creationId xmlns:a16="http://schemas.microsoft.com/office/drawing/2014/main" id="{AE7FD81D-2E27-F850-2E0F-7E48EC97C937}"/>
              </a:ext>
            </a:extLst>
          </p:cNvPr>
          <p:cNvSpPr>
            <a:spLocks noGrp="1"/>
          </p:cNvSpPr>
          <p:nvPr>
            <p:ph type="sldNum" sz="quarter" idx="12"/>
          </p:nvPr>
        </p:nvSpPr>
        <p:spPr/>
        <p:txBody>
          <a:bodyPr/>
          <a:lstStyle/>
          <a:p>
            <a:fld id="{148CC95F-0247-41B6-91CF-DC97C76A7088}" type="slidenum">
              <a:rPr lang="en-US" smtClean="0"/>
              <a:t>6</a:t>
            </a:fld>
            <a:endParaRPr lang="en-US"/>
          </a:p>
        </p:txBody>
      </p:sp>
      <p:sp>
        <p:nvSpPr>
          <p:cNvPr id="3" name="Title 1">
            <a:extLst>
              <a:ext uri="{FF2B5EF4-FFF2-40B4-BE49-F238E27FC236}">
                <a16:creationId xmlns:a16="http://schemas.microsoft.com/office/drawing/2014/main" id="{465546FF-8CBF-1719-F5A6-CD59B6DA3EB5}"/>
              </a:ext>
            </a:extLst>
          </p:cNvPr>
          <p:cNvSpPr txBox="1">
            <a:spLocks/>
          </p:cNvSpPr>
          <p:nvPr/>
        </p:nvSpPr>
        <p:spPr>
          <a:xfrm>
            <a:off x="652270" y="1668587"/>
            <a:ext cx="11125202" cy="425190"/>
          </a:xfrm>
          <a:prstGeom prst="rect">
            <a:avLst/>
          </a:prstGeom>
        </p:spPr>
        <p:txBody>
          <a:bodyPr vert="horz" lIns="0" tIns="0" rIns="0" bIns="0" rtlCol="0" anchor="t">
            <a:noAutofit/>
          </a:bodyPr>
          <a:lstStyle>
            <a:lvl1pPr algn="l" defTabSz="914400" rtl="0" eaLnBrk="1" latinLnBrk="0" hangingPunct="1">
              <a:lnSpc>
                <a:spcPct val="100000"/>
              </a:lnSpc>
              <a:spcBef>
                <a:spcPct val="0"/>
              </a:spcBef>
              <a:buNone/>
              <a:defRPr sz="3200" b="0" kern="1200" spc="0" baseline="0">
                <a:solidFill>
                  <a:schemeClr val="tx1"/>
                </a:solidFill>
                <a:latin typeface="+mj-lt"/>
                <a:ea typeface="+mj-ea"/>
                <a:cs typeface="+mj-cs"/>
              </a:defRPr>
            </a:lvl1pPr>
          </a:lstStyle>
          <a:p>
            <a:r>
              <a:rPr lang="vi-VN" sz="2600" b="1" dirty="0"/>
              <a:t>1.2. Key features of </a:t>
            </a:r>
            <a:r>
              <a:rPr lang="en-US" sz="2600" b="1" dirty="0"/>
              <a:t>the AMBA Advanced Peripheral Bus (APB)</a:t>
            </a:r>
          </a:p>
        </p:txBody>
      </p:sp>
      <p:sp>
        <p:nvSpPr>
          <p:cNvPr id="4" name="TextBox 3">
            <a:extLst>
              <a:ext uri="{FF2B5EF4-FFF2-40B4-BE49-F238E27FC236}">
                <a16:creationId xmlns:a16="http://schemas.microsoft.com/office/drawing/2014/main" id="{E873A8EF-8640-0FDD-BA00-49EE3B10D1BF}"/>
              </a:ext>
            </a:extLst>
          </p:cNvPr>
          <p:cNvSpPr txBox="1"/>
          <p:nvPr/>
        </p:nvSpPr>
        <p:spPr>
          <a:xfrm>
            <a:off x="521209" y="2408324"/>
            <a:ext cx="10845483" cy="646331"/>
          </a:xfrm>
          <a:prstGeom prst="rect">
            <a:avLst/>
          </a:prstGeom>
          <a:noFill/>
        </p:spPr>
        <p:txBody>
          <a:bodyPr wrap="square">
            <a:spAutoFit/>
          </a:bodyPr>
          <a:lstStyle/>
          <a:p>
            <a:r>
              <a:rPr lang="en-US" b="1"/>
              <a:t>Designed for simple peripheral devices: </a:t>
            </a:r>
            <a:r>
              <a:rPr lang="en-US"/>
              <a:t>Commonly used for peripherals such as GPIO, Timers, UART, SPI, and I2C.</a:t>
            </a:r>
          </a:p>
        </p:txBody>
      </p:sp>
      <p:sp>
        <p:nvSpPr>
          <p:cNvPr id="5" name="TextBox 4">
            <a:extLst>
              <a:ext uri="{FF2B5EF4-FFF2-40B4-BE49-F238E27FC236}">
                <a16:creationId xmlns:a16="http://schemas.microsoft.com/office/drawing/2014/main" id="{784A7109-B3F9-97F3-0263-C4B2FAB75B96}"/>
              </a:ext>
            </a:extLst>
          </p:cNvPr>
          <p:cNvSpPr txBox="1"/>
          <p:nvPr/>
        </p:nvSpPr>
        <p:spPr>
          <a:xfrm>
            <a:off x="536448" y="3156513"/>
            <a:ext cx="10845483" cy="646331"/>
          </a:xfrm>
          <a:prstGeom prst="rect">
            <a:avLst/>
          </a:prstGeom>
          <a:noFill/>
        </p:spPr>
        <p:txBody>
          <a:bodyPr wrap="square">
            <a:spAutoFit/>
          </a:bodyPr>
          <a:lstStyle/>
          <a:p>
            <a:r>
              <a:rPr lang="en-US" b="1"/>
              <a:t>Accessed through an APB bridge: </a:t>
            </a:r>
            <a:r>
              <a:rPr lang="en-US"/>
              <a:t>APB peripherals are typically connected to the main system bus through a bridge (e.g., AXI-to-APB bridge).</a:t>
            </a:r>
          </a:p>
        </p:txBody>
      </p:sp>
      <p:sp>
        <p:nvSpPr>
          <p:cNvPr id="6" name="TextBox 5">
            <a:extLst>
              <a:ext uri="{FF2B5EF4-FFF2-40B4-BE49-F238E27FC236}">
                <a16:creationId xmlns:a16="http://schemas.microsoft.com/office/drawing/2014/main" id="{B1F08A2D-2E08-A885-B9C0-608AE5D44240}"/>
              </a:ext>
            </a:extLst>
          </p:cNvPr>
          <p:cNvSpPr txBox="1"/>
          <p:nvPr/>
        </p:nvSpPr>
        <p:spPr>
          <a:xfrm>
            <a:off x="521208" y="3900737"/>
            <a:ext cx="10845483" cy="923330"/>
          </a:xfrm>
          <a:prstGeom prst="rect">
            <a:avLst/>
          </a:prstGeom>
          <a:noFill/>
        </p:spPr>
        <p:txBody>
          <a:bodyPr wrap="square">
            <a:spAutoFit/>
          </a:bodyPr>
          <a:lstStyle/>
          <a:p>
            <a:r>
              <a:rPr lang="en-US" b="1"/>
              <a:t>Clear Requester–Completer model: </a:t>
            </a:r>
          </a:p>
          <a:p>
            <a:pPr marL="285750" indent="-285750">
              <a:buFont typeface="Arial" panose="020B0604020202020204" pitchFamily="34" charset="0"/>
              <a:buChar char="•"/>
            </a:pPr>
            <a:r>
              <a:rPr lang="en-US"/>
              <a:t>The APB bridge acts as the Requester, initiating transactions.</a:t>
            </a:r>
          </a:p>
          <a:p>
            <a:pPr marL="285750" indent="-285750">
              <a:buFont typeface="Arial" panose="020B0604020202020204" pitchFamily="34" charset="0"/>
              <a:buChar char="•"/>
            </a:pPr>
            <a:r>
              <a:rPr lang="en-US"/>
              <a:t>The peripheral device acts as the Completer, responding to requests.</a:t>
            </a:r>
          </a:p>
        </p:txBody>
      </p:sp>
      <p:sp>
        <p:nvSpPr>
          <p:cNvPr id="7" name="TextBox 6">
            <a:extLst>
              <a:ext uri="{FF2B5EF4-FFF2-40B4-BE49-F238E27FC236}">
                <a16:creationId xmlns:a16="http://schemas.microsoft.com/office/drawing/2014/main" id="{EA27F7DF-8A45-EE1F-1E97-76779A554BA7}"/>
              </a:ext>
            </a:extLst>
          </p:cNvPr>
          <p:cNvSpPr txBox="1"/>
          <p:nvPr/>
        </p:nvSpPr>
        <p:spPr>
          <a:xfrm>
            <a:off x="536448" y="4928056"/>
            <a:ext cx="10845482" cy="646331"/>
          </a:xfrm>
          <a:prstGeom prst="rect">
            <a:avLst/>
          </a:prstGeom>
          <a:noFill/>
        </p:spPr>
        <p:txBody>
          <a:bodyPr wrap="square">
            <a:spAutoFit/>
          </a:bodyPr>
          <a:lstStyle/>
          <a:p>
            <a:r>
              <a:rPr lang="en-US" b="1"/>
              <a:t>Well-suited for AMBA-based multi-bus systems: </a:t>
            </a:r>
            <a:r>
              <a:rPr lang="en-US"/>
              <a:t>APB integrates seamlessly with other AMBA buses such as AXI and AHB via bridges.</a:t>
            </a:r>
          </a:p>
        </p:txBody>
      </p:sp>
    </p:spTree>
    <p:extLst>
      <p:ext uri="{BB962C8B-B14F-4D97-AF65-F5344CB8AC3E}">
        <p14:creationId xmlns:p14="http://schemas.microsoft.com/office/powerpoint/2010/main" val="358184147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7121DC-54E7-A8F6-F0C6-2C7A80AB707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BEA5078-94D4-E50C-C1D4-FC25943C9431}"/>
              </a:ext>
            </a:extLst>
          </p:cNvPr>
          <p:cNvSpPr>
            <a:spLocks noGrp="1"/>
          </p:cNvSpPr>
          <p:nvPr>
            <p:ph type="title"/>
          </p:nvPr>
        </p:nvSpPr>
        <p:spPr>
          <a:xfrm>
            <a:off x="521208" y="978408"/>
            <a:ext cx="11155680" cy="585216"/>
          </a:xfrm>
        </p:spPr>
        <p:txBody>
          <a:bodyPr>
            <a:normAutofit fontScale="90000"/>
          </a:bodyPr>
          <a:lstStyle/>
          <a:p>
            <a:r>
              <a:rPr lang="en-US"/>
              <a:t>1. Specifications</a:t>
            </a:r>
          </a:p>
        </p:txBody>
      </p:sp>
      <p:sp>
        <p:nvSpPr>
          <p:cNvPr id="8" name="Date Placeholder 7">
            <a:extLst>
              <a:ext uri="{FF2B5EF4-FFF2-40B4-BE49-F238E27FC236}">
                <a16:creationId xmlns:a16="http://schemas.microsoft.com/office/drawing/2014/main" id="{42E05240-48D8-237F-929F-1F5A31B02F4B}"/>
              </a:ext>
            </a:extLst>
          </p:cNvPr>
          <p:cNvSpPr>
            <a:spLocks noGrp="1"/>
          </p:cNvSpPr>
          <p:nvPr>
            <p:ph type="dt" sz="half" idx="10"/>
          </p:nvPr>
        </p:nvSpPr>
        <p:spPr/>
        <p:txBody>
          <a:bodyPr/>
          <a:lstStyle/>
          <a:p>
            <a:fld id="{780F2533-275E-428B-B3B3-9CA4281B478F}" type="datetime1">
              <a:rPr lang="en-US" smtClean="0"/>
              <a:t>7/16/2026</a:t>
            </a:fld>
            <a:endParaRPr lang="en-US"/>
          </a:p>
        </p:txBody>
      </p:sp>
      <p:sp>
        <p:nvSpPr>
          <p:cNvPr id="9" name="Footer Placeholder 8">
            <a:extLst>
              <a:ext uri="{FF2B5EF4-FFF2-40B4-BE49-F238E27FC236}">
                <a16:creationId xmlns:a16="http://schemas.microsoft.com/office/drawing/2014/main" id="{AC3A176E-AD66-8D56-65A5-1C01643EACD1}"/>
              </a:ext>
            </a:extLst>
          </p:cNvPr>
          <p:cNvSpPr>
            <a:spLocks noGrp="1"/>
          </p:cNvSpPr>
          <p:nvPr>
            <p:ph type="ftr" sz="quarter" idx="11"/>
          </p:nvPr>
        </p:nvSpPr>
        <p:spPr/>
        <p:txBody>
          <a:bodyPr/>
          <a:lstStyle/>
          <a:p>
            <a:r>
              <a:rPr lang="en-US"/>
              <a:t>@copyright Hoang Bao Long</a:t>
            </a:r>
          </a:p>
        </p:txBody>
      </p:sp>
      <p:sp>
        <p:nvSpPr>
          <p:cNvPr id="11" name="Slide Number Placeholder 10">
            <a:extLst>
              <a:ext uri="{FF2B5EF4-FFF2-40B4-BE49-F238E27FC236}">
                <a16:creationId xmlns:a16="http://schemas.microsoft.com/office/drawing/2014/main" id="{57F0F85B-9B0C-273E-2924-69E2688CBE95}"/>
              </a:ext>
            </a:extLst>
          </p:cNvPr>
          <p:cNvSpPr>
            <a:spLocks noGrp="1"/>
          </p:cNvSpPr>
          <p:nvPr>
            <p:ph type="sldNum" sz="quarter" idx="12"/>
          </p:nvPr>
        </p:nvSpPr>
        <p:spPr/>
        <p:txBody>
          <a:bodyPr/>
          <a:lstStyle/>
          <a:p>
            <a:fld id="{148CC95F-0247-41B6-91CF-DC97C76A7088}" type="slidenum">
              <a:rPr lang="en-US" smtClean="0"/>
              <a:t>7</a:t>
            </a:fld>
            <a:endParaRPr lang="en-US"/>
          </a:p>
        </p:txBody>
      </p:sp>
      <p:sp>
        <p:nvSpPr>
          <p:cNvPr id="3" name="Title 1">
            <a:extLst>
              <a:ext uri="{FF2B5EF4-FFF2-40B4-BE49-F238E27FC236}">
                <a16:creationId xmlns:a16="http://schemas.microsoft.com/office/drawing/2014/main" id="{B39A2599-3B5A-B4DC-2B6D-0CF015EE1455}"/>
              </a:ext>
            </a:extLst>
          </p:cNvPr>
          <p:cNvSpPr txBox="1">
            <a:spLocks/>
          </p:cNvSpPr>
          <p:nvPr/>
        </p:nvSpPr>
        <p:spPr>
          <a:xfrm>
            <a:off x="652270" y="1668587"/>
            <a:ext cx="11125202" cy="425190"/>
          </a:xfrm>
          <a:prstGeom prst="rect">
            <a:avLst/>
          </a:prstGeom>
        </p:spPr>
        <p:txBody>
          <a:bodyPr vert="horz" lIns="0" tIns="0" rIns="0" bIns="0" rtlCol="0" anchor="t">
            <a:noAutofit/>
          </a:bodyPr>
          <a:lstStyle>
            <a:lvl1pPr algn="l" defTabSz="914400" rtl="0" eaLnBrk="1" latinLnBrk="0" hangingPunct="1">
              <a:lnSpc>
                <a:spcPct val="100000"/>
              </a:lnSpc>
              <a:spcBef>
                <a:spcPct val="0"/>
              </a:spcBef>
              <a:buNone/>
              <a:defRPr sz="3200" b="0" kern="1200" spc="0" baseline="0">
                <a:solidFill>
                  <a:schemeClr val="tx1"/>
                </a:solidFill>
                <a:latin typeface="+mj-lt"/>
                <a:ea typeface="+mj-ea"/>
                <a:cs typeface="+mj-cs"/>
              </a:defRPr>
            </a:lvl1pPr>
          </a:lstStyle>
          <a:p>
            <a:r>
              <a:rPr lang="vi-VN" sz="2600" b="1" dirty="0"/>
              <a:t>1.2. Key features of </a:t>
            </a:r>
            <a:r>
              <a:rPr lang="en-US" sz="2600" b="1" dirty="0"/>
              <a:t>the AMBA Advanced Peripheral Bus (APB)</a:t>
            </a:r>
          </a:p>
        </p:txBody>
      </p:sp>
      <p:pic>
        <p:nvPicPr>
          <p:cNvPr id="4" name="Picture 2">
            <a:extLst>
              <a:ext uri="{FF2B5EF4-FFF2-40B4-BE49-F238E27FC236}">
                <a16:creationId xmlns:a16="http://schemas.microsoft.com/office/drawing/2014/main" id="{E56A1665-182D-E367-C103-F2011310AE1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03009" y="2382430"/>
            <a:ext cx="5238750" cy="3143250"/>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a:extLst>
              <a:ext uri="{FF2B5EF4-FFF2-40B4-BE49-F238E27FC236}">
                <a16:creationId xmlns:a16="http://schemas.microsoft.com/office/drawing/2014/main" id="{4387A95B-02B5-5109-6B6B-91D3CD68169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90600" y="2956430"/>
            <a:ext cx="3733800" cy="19952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8007275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5B9B90-8052-DD11-DAED-5E994F01209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5239EF2-CF0D-50E5-6233-EB530D6379B9}"/>
              </a:ext>
            </a:extLst>
          </p:cNvPr>
          <p:cNvSpPr>
            <a:spLocks noGrp="1"/>
          </p:cNvSpPr>
          <p:nvPr>
            <p:ph type="title"/>
          </p:nvPr>
        </p:nvSpPr>
        <p:spPr>
          <a:xfrm>
            <a:off x="521208" y="978408"/>
            <a:ext cx="11155680" cy="585216"/>
          </a:xfrm>
        </p:spPr>
        <p:txBody>
          <a:bodyPr>
            <a:normAutofit fontScale="90000"/>
          </a:bodyPr>
          <a:lstStyle/>
          <a:p>
            <a:r>
              <a:rPr lang="en-US"/>
              <a:t>1. Specifications</a:t>
            </a:r>
          </a:p>
        </p:txBody>
      </p:sp>
      <p:sp>
        <p:nvSpPr>
          <p:cNvPr id="8" name="Date Placeholder 7">
            <a:extLst>
              <a:ext uri="{FF2B5EF4-FFF2-40B4-BE49-F238E27FC236}">
                <a16:creationId xmlns:a16="http://schemas.microsoft.com/office/drawing/2014/main" id="{3E5D31B0-E39C-1751-EB4C-3C5E5695D7AC}"/>
              </a:ext>
            </a:extLst>
          </p:cNvPr>
          <p:cNvSpPr>
            <a:spLocks noGrp="1"/>
          </p:cNvSpPr>
          <p:nvPr>
            <p:ph type="dt" sz="half" idx="10"/>
          </p:nvPr>
        </p:nvSpPr>
        <p:spPr/>
        <p:txBody>
          <a:bodyPr/>
          <a:lstStyle/>
          <a:p>
            <a:fld id="{780F2533-275E-428B-B3B3-9CA4281B478F}" type="datetime1">
              <a:rPr lang="en-US" smtClean="0"/>
              <a:t>7/16/2026</a:t>
            </a:fld>
            <a:endParaRPr lang="en-US"/>
          </a:p>
        </p:txBody>
      </p:sp>
      <p:sp>
        <p:nvSpPr>
          <p:cNvPr id="9" name="Footer Placeholder 8">
            <a:extLst>
              <a:ext uri="{FF2B5EF4-FFF2-40B4-BE49-F238E27FC236}">
                <a16:creationId xmlns:a16="http://schemas.microsoft.com/office/drawing/2014/main" id="{403D1B67-D903-E778-DF2B-D577C249584C}"/>
              </a:ext>
            </a:extLst>
          </p:cNvPr>
          <p:cNvSpPr>
            <a:spLocks noGrp="1"/>
          </p:cNvSpPr>
          <p:nvPr>
            <p:ph type="ftr" sz="quarter" idx="11"/>
          </p:nvPr>
        </p:nvSpPr>
        <p:spPr/>
        <p:txBody>
          <a:bodyPr/>
          <a:lstStyle/>
          <a:p>
            <a:r>
              <a:rPr lang="en-US"/>
              <a:t>@copyright Hoang Bao Long</a:t>
            </a:r>
          </a:p>
        </p:txBody>
      </p:sp>
      <p:sp>
        <p:nvSpPr>
          <p:cNvPr id="11" name="Slide Number Placeholder 10">
            <a:extLst>
              <a:ext uri="{FF2B5EF4-FFF2-40B4-BE49-F238E27FC236}">
                <a16:creationId xmlns:a16="http://schemas.microsoft.com/office/drawing/2014/main" id="{B44F3164-E634-1B15-DCED-8D68153E4E61}"/>
              </a:ext>
            </a:extLst>
          </p:cNvPr>
          <p:cNvSpPr>
            <a:spLocks noGrp="1"/>
          </p:cNvSpPr>
          <p:nvPr>
            <p:ph type="sldNum" sz="quarter" idx="12"/>
          </p:nvPr>
        </p:nvSpPr>
        <p:spPr/>
        <p:txBody>
          <a:bodyPr/>
          <a:lstStyle/>
          <a:p>
            <a:fld id="{148CC95F-0247-41B6-91CF-DC97C76A7088}" type="slidenum">
              <a:rPr lang="en-US" smtClean="0"/>
              <a:t>8</a:t>
            </a:fld>
            <a:endParaRPr lang="en-US"/>
          </a:p>
        </p:txBody>
      </p:sp>
      <p:sp>
        <p:nvSpPr>
          <p:cNvPr id="3" name="Title 1">
            <a:extLst>
              <a:ext uri="{FF2B5EF4-FFF2-40B4-BE49-F238E27FC236}">
                <a16:creationId xmlns:a16="http://schemas.microsoft.com/office/drawing/2014/main" id="{76DD7840-2222-AE1F-123D-DAD8B9DF00DA}"/>
              </a:ext>
            </a:extLst>
          </p:cNvPr>
          <p:cNvSpPr txBox="1">
            <a:spLocks/>
          </p:cNvSpPr>
          <p:nvPr/>
        </p:nvSpPr>
        <p:spPr>
          <a:xfrm>
            <a:off x="652270" y="1668587"/>
            <a:ext cx="11125202" cy="425190"/>
          </a:xfrm>
          <a:prstGeom prst="rect">
            <a:avLst/>
          </a:prstGeom>
        </p:spPr>
        <p:txBody>
          <a:bodyPr vert="horz" lIns="0" tIns="0" rIns="0" bIns="0" rtlCol="0" anchor="t">
            <a:noAutofit/>
          </a:bodyPr>
          <a:lstStyle>
            <a:lvl1pPr algn="l" defTabSz="914400" rtl="0" eaLnBrk="1" latinLnBrk="0" hangingPunct="1">
              <a:lnSpc>
                <a:spcPct val="100000"/>
              </a:lnSpc>
              <a:spcBef>
                <a:spcPct val="0"/>
              </a:spcBef>
              <a:buNone/>
              <a:defRPr sz="3200" b="0" kern="1200" spc="0" baseline="0">
                <a:solidFill>
                  <a:schemeClr val="tx1"/>
                </a:solidFill>
                <a:latin typeface="+mj-lt"/>
                <a:ea typeface="+mj-ea"/>
                <a:cs typeface="+mj-cs"/>
              </a:defRPr>
            </a:lvl1pPr>
          </a:lstStyle>
          <a:p>
            <a:r>
              <a:rPr lang="vi-VN" sz="2600" b="1" dirty="0"/>
              <a:t>1.3. AMBA APB signals</a:t>
            </a:r>
            <a:endParaRPr lang="en-US" sz="2600" b="1" dirty="0"/>
          </a:p>
        </p:txBody>
      </p:sp>
      <p:sp>
        <p:nvSpPr>
          <p:cNvPr id="4" name="TextBox 3">
            <a:extLst>
              <a:ext uri="{FF2B5EF4-FFF2-40B4-BE49-F238E27FC236}">
                <a16:creationId xmlns:a16="http://schemas.microsoft.com/office/drawing/2014/main" id="{8D29BCEE-FA65-00B0-6936-937A84C61DEA}"/>
              </a:ext>
            </a:extLst>
          </p:cNvPr>
          <p:cNvSpPr txBox="1"/>
          <p:nvPr/>
        </p:nvSpPr>
        <p:spPr>
          <a:xfrm>
            <a:off x="2954878" y="5995165"/>
            <a:ext cx="5002752" cy="307777"/>
          </a:xfrm>
          <a:prstGeom prst="rect">
            <a:avLst/>
          </a:prstGeom>
          <a:noFill/>
        </p:spPr>
        <p:txBody>
          <a:bodyPr wrap="square">
            <a:spAutoFit/>
          </a:bodyPr>
          <a:lstStyle/>
          <a:p>
            <a:pPr algn="ctr"/>
            <a:r>
              <a:rPr lang="en-US" sz="1400" b="1" i="1" dirty="0">
                <a:latin typeface="Arial" panose="020B0604020202020204" pitchFamily="34" charset="0"/>
                <a:cs typeface="Arial" panose="020B0604020202020204" pitchFamily="34" charset="0"/>
              </a:rPr>
              <a:t>Block Diagram &amp; Signal Description of APB</a:t>
            </a:r>
          </a:p>
        </p:txBody>
      </p:sp>
      <p:pic>
        <p:nvPicPr>
          <p:cNvPr id="5" name="Picture 2">
            <a:extLst>
              <a:ext uri="{FF2B5EF4-FFF2-40B4-BE49-F238E27FC236}">
                <a16:creationId xmlns:a16="http://schemas.microsoft.com/office/drawing/2014/main" id="{0F4DA616-1AFC-51BA-0C31-5A1FE34D04C5}"/>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895918" y="2160327"/>
            <a:ext cx="5120673" cy="366205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4483010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354638-F287-95D6-9A5E-3F61EF89FF9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B006833-C127-BE8F-094D-619B5C9C4C0B}"/>
              </a:ext>
            </a:extLst>
          </p:cNvPr>
          <p:cNvSpPr>
            <a:spLocks noGrp="1"/>
          </p:cNvSpPr>
          <p:nvPr>
            <p:ph type="title"/>
          </p:nvPr>
        </p:nvSpPr>
        <p:spPr>
          <a:xfrm>
            <a:off x="521208" y="978408"/>
            <a:ext cx="11155680" cy="585216"/>
          </a:xfrm>
        </p:spPr>
        <p:txBody>
          <a:bodyPr>
            <a:normAutofit fontScale="90000"/>
          </a:bodyPr>
          <a:lstStyle/>
          <a:p>
            <a:r>
              <a:rPr lang="en-US"/>
              <a:t>1. Specifications</a:t>
            </a:r>
          </a:p>
        </p:txBody>
      </p:sp>
      <p:sp>
        <p:nvSpPr>
          <p:cNvPr id="8" name="Date Placeholder 7">
            <a:extLst>
              <a:ext uri="{FF2B5EF4-FFF2-40B4-BE49-F238E27FC236}">
                <a16:creationId xmlns:a16="http://schemas.microsoft.com/office/drawing/2014/main" id="{48C7638F-F3A3-15F1-1590-37E9B14E5E37}"/>
              </a:ext>
            </a:extLst>
          </p:cNvPr>
          <p:cNvSpPr>
            <a:spLocks noGrp="1"/>
          </p:cNvSpPr>
          <p:nvPr>
            <p:ph type="dt" sz="half" idx="10"/>
          </p:nvPr>
        </p:nvSpPr>
        <p:spPr/>
        <p:txBody>
          <a:bodyPr/>
          <a:lstStyle/>
          <a:p>
            <a:fld id="{780F2533-275E-428B-B3B3-9CA4281B478F}" type="datetime1">
              <a:rPr lang="en-US" smtClean="0"/>
              <a:t>7/16/2026</a:t>
            </a:fld>
            <a:endParaRPr lang="en-US"/>
          </a:p>
        </p:txBody>
      </p:sp>
      <p:sp>
        <p:nvSpPr>
          <p:cNvPr id="9" name="Footer Placeholder 8">
            <a:extLst>
              <a:ext uri="{FF2B5EF4-FFF2-40B4-BE49-F238E27FC236}">
                <a16:creationId xmlns:a16="http://schemas.microsoft.com/office/drawing/2014/main" id="{87A05ABE-D7AA-AD14-539E-D972FFA08302}"/>
              </a:ext>
            </a:extLst>
          </p:cNvPr>
          <p:cNvSpPr>
            <a:spLocks noGrp="1"/>
          </p:cNvSpPr>
          <p:nvPr>
            <p:ph type="ftr" sz="quarter" idx="11"/>
          </p:nvPr>
        </p:nvSpPr>
        <p:spPr/>
        <p:txBody>
          <a:bodyPr/>
          <a:lstStyle/>
          <a:p>
            <a:r>
              <a:rPr lang="en-US"/>
              <a:t>@copyright Hoang Bao Long</a:t>
            </a:r>
          </a:p>
        </p:txBody>
      </p:sp>
      <p:sp>
        <p:nvSpPr>
          <p:cNvPr id="11" name="Slide Number Placeholder 10">
            <a:extLst>
              <a:ext uri="{FF2B5EF4-FFF2-40B4-BE49-F238E27FC236}">
                <a16:creationId xmlns:a16="http://schemas.microsoft.com/office/drawing/2014/main" id="{7FDCC2DB-F3D6-3869-7DFF-355BE4AEF29B}"/>
              </a:ext>
            </a:extLst>
          </p:cNvPr>
          <p:cNvSpPr>
            <a:spLocks noGrp="1"/>
          </p:cNvSpPr>
          <p:nvPr>
            <p:ph type="sldNum" sz="quarter" idx="12"/>
          </p:nvPr>
        </p:nvSpPr>
        <p:spPr/>
        <p:txBody>
          <a:bodyPr/>
          <a:lstStyle/>
          <a:p>
            <a:fld id="{148CC95F-0247-41B6-91CF-DC97C76A7088}" type="slidenum">
              <a:rPr lang="en-US" smtClean="0"/>
              <a:t>9</a:t>
            </a:fld>
            <a:endParaRPr lang="en-US"/>
          </a:p>
        </p:txBody>
      </p:sp>
      <p:sp>
        <p:nvSpPr>
          <p:cNvPr id="3" name="Title 1">
            <a:extLst>
              <a:ext uri="{FF2B5EF4-FFF2-40B4-BE49-F238E27FC236}">
                <a16:creationId xmlns:a16="http://schemas.microsoft.com/office/drawing/2014/main" id="{FF818B01-63A2-0411-9421-002A1C2437B5}"/>
              </a:ext>
            </a:extLst>
          </p:cNvPr>
          <p:cNvSpPr txBox="1">
            <a:spLocks/>
          </p:cNvSpPr>
          <p:nvPr/>
        </p:nvSpPr>
        <p:spPr>
          <a:xfrm>
            <a:off x="652270" y="1668587"/>
            <a:ext cx="11125202" cy="425190"/>
          </a:xfrm>
          <a:prstGeom prst="rect">
            <a:avLst/>
          </a:prstGeom>
        </p:spPr>
        <p:txBody>
          <a:bodyPr vert="horz" lIns="0" tIns="0" rIns="0" bIns="0" rtlCol="0" anchor="t">
            <a:noAutofit/>
          </a:bodyPr>
          <a:lstStyle>
            <a:lvl1pPr algn="l" defTabSz="914400" rtl="0" eaLnBrk="1" latinLnBrk="0" hangingPunct="1">
              <a:lnSpc>
                <a:spcPct val="100000"/>
              </a:lnSpc>
              <a:spcBef>
                <a:spcPct val="0"/>
              </a:spcBef>
              <a:buNone/>
              <a:defRPr sz="3200" b="0" kern="1200" spc="0" baseline="0">
                <a:solidFill>
                  <a:schemeClr val="tx1"/>
                </a:solidFill>
                <a:latin typeface="+mj-lt"/>
                <a:ea typeface="+mj-ea"/>
                <a:cs typeface="+mj-cs"/>
              </a:defRPr>
            </a:lvl1pPr>
          </a:lstStyle>
          <a:p>
            <a:r>
              <a:rPr lang="vi-VN" sz="2600" b="1" dirty="0"/>
              <a:t>1.3. AMBA APB signals</a:t>
            </a:r>
            <a:endParaRPr lang="en-US" sz="2600" b="1" dirty="0"/>
          </a:p>
        </p:txBody>
      </p:sp>
      <p:graphicFrame>
        <p:nvGraphicFramePr>
          <p:cNvPr id="6" name="Table 5">
            <a:extLst>
              <a:ext uri="{FF2B5EF4-FFF2-40B4-BE49-F238E27FC236}">
                <a16:creationId xmlns:a16="http://schemas.microsoft.com/office/drawing/2014/main" id="{C68C4C01-A0F4-F8C8-5657-BCB13106F721}"/>
              </a:ext>
            </a:extLst>
          </p:cNvPr>
          <p:cNvGraphicFramePr>
            <a:graphicFrameLocks noGrp="1"/>
          </p:cNvGraphicFramePr>
          <p:nvPr>
            <p:extLst>
              <p:ext uri="{D42A27DB-BD31-4B8C-83A1-F6EECF244321}">
                <p14:modId xmlns:p14="http://schemas.microsoft.com/office/powerpoint/2010/main" val="994780401"/>
              </p:ext>
            </p:extLst>
          </p:nvPr>
        </p:nvGraphicFramePr>
        <p:xfrm>
          <a:off x="521208" y="2315872"/>
          <a:ext cx="11033444" cy="3881120"/>
        </p:xfrm>
        <a:graphic>
          <a:graphicData uri="http://schemas.openxmlformats.org/drawingml/2006/table">
            <a:tbl>
              <a:tblPr firstRow="1" bandRow="1">
                <a:tableStyleId>{073A0DAA-6AF3-43AB-8588-CEC1D06C72B9}</a:tableStyleId>
              </a:tblPr>
              <a:tblGrid>
                <a:gridCol w="1777683">
                  <a:extLst>
                    <a:ext uri="{9D8B030D-6E8A-4147-A177-3AD203B41FA5}">
                      <a16:colId xmlns:a16="http://schemas.microsoft.com/office/drawing/2014/main" val="1108912286"/>
                    </a:ext>
                  </a:extLst>
                </a:gridCol>
                <a:gridCol w="1600200">
                  <a:extLst>
                    <a:ext uri="{9D8B030D-6E8A-4147-A177-3AD203B41FA5}">
                      <a16:colId xmlns:a16="http://schemas.microsoft.com/office/drawing/2014/main" val="2272246613"/>
                    </a:ext>
                  </a:extLst>
                </a:gridCol>
                <a:gridCol w="1600200">
                  <a:extLst>
                    <a:ext uri="{9D8B030D-6E8A-4147-A177-3AD203B41FA5}">
                      <a16:colId xmlns:a16="http://schemas.microsoft.com/office/drawing/2014/main" val="10821907"/>
                    </a:ext>
                  </a:extLst>
                </a:gridCol>
                <a:gridCol w="6055361">
                  <a:extLst>
                    <a:ext uri="{9D8B030D-6E8A-4147-A177-3AD203B41FA5}">
                      <a16:colId xmlns:a16="http://schemas.microsoft.com/office/drawing/2014/main" val="3160994262"/>
                    </a:ext>
                  </a:extLst>
                </a:gridCol>
              </a:tblGrid>
              <a:tr h="370840">
                <a:tc>
                  <a:txBody>
                    <a:bodyPr/>
                    <a:lstStyle/>
                    <a:p>
                      <a:pPr algn="ctr"/>
                      <a:r>
                        <a:rPr lang="en-US" sz="1600">
                          <a:solidFill>
                            <a:schemeClr val="bg1"/>
                          </a:solidFill>
                        </a:rPr>
                        <a:t>Signal</a:t>
                      </a:r>
                      <a:endParaRPr lang="en-US" sz="1600">
                        <a:solidFill>
                          <a:schemeClr val="bg1"/>
                        </a:solidFill>
                        <a:latin typeface="Arial" panose="020B0604020202020204" pitchFamily="34" charset="0"/>
                        <a:cs typeface="Arial" panose="020B0604020202020204" pitchFamily="34" charset="0"/>
                      </a:endParaRPr>
                    </a:p>
                  </a:txBody>
                  <a:tcPr/>
                </a:tc>
                <a:tc>
                  <a:txBody>
                    <a:bodyPr/>
                    <a:lstStyle/>
                    <a:p>
                      <a:pPr algn="ctr"/>
                      <a:r>
                        <a:rPr lang="en-US" sz="1600">
                          <a:solidFill>
                            <a:schemeClr val="bg1"/>
                          </a:solidFill>
                        </a:rPr>
                        <a:t>Source</a:t>
                      </a:r>
                      <a:endParaRPr lang="en-US" sz="1600">
                        <a:solidFill>
                          <a:schemeClr val="bg1"/>
                        </a:solidFill>
                        <a:latin typeface="Arial" panose="020B0604020202020204" pitchFamily="34" charset="0"/>
                        <a:cs typeface="Arial" panose="020B0604020202020204" pitchFamily="34" charset="0"/>
                      </a:endParaRPr>
                    </a:p>
                  </a:txBody>
                  <a:tcPr/>
                </a:tc>
                <a:tc>
                  <a:txBody>
                    <a:bodyPr/>
                    <a:lstStyle/>
                    <a:p>
                      <a:pPr algn="ctr"/>
                      <a:r>
                        <a:rPr lang="en-US" sz="1600">
                          <a:solidFill>
                            <a:schemeClr val="bg1"/>
                          </a:solidFill>
                        </a:rPr>
                        <a:t>Width</a:t>
                      </a:r>
                      <a:endParaRPr lang="en-US" sz="1600">
                        <a:solidFill>
                          <a:schemeClr val="bg1"/>
                        </a:solidFill>
                        <a:latin typeface="Arial" panose="020B0604020202020204" pitchFamily="34" charset="0"/>
                        <a:cs typeface="Arial" panose="020B0604020202020204" pitchFamily="34" charset="0"/>
                      </a:endParaRPr>
                    </a:p>
                  </a:txBody>
                  <a:tcPr/>
                </a:tc>
                <a:tc>
                  <a:txBody>
                    <a:bodyPr/>
                    <a:lstStyle/>
                    <a:p>
                      <a:pPr algn="ctr"/>
                      <a:r>
                        <a:rPr lang="en-US" sz="1600">
                          <a:solidFill>
                            <a:schemeClr val="bg1"/>
                          </a:solidFill>
                        </a:rPr>
                        <a:t>Description</a:t>
                      </a:r>
                      <a:endParaRPr lang="en-US" sz="1600">
                        <a:solidFill>
                          <a:schemeClr val="bg1"/>
                        </a:solidFill>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3816104531"/>
                  </a:ext>
                </a:extLst>
              </a:tr>
              <a:tr h="370840">
                <a:tc>
                  <a:txBody>
                    <a:bodyPr/>
                    <a:lstStyle/>
                    <a:p>
                      <a:pPr algn="ctr"/>
                      <a:r>
                        <a:rPr lang="en-US" sz="1600"/>
                        <a:t>PCLK</a:t>
                      </a:r>
                      <a:endParaRPr lang="en-US" sz="1600">
                        <a:latin typeface="Arial" panose="020B0604020202020204" pitchFamily="34" charset="0"/>
                        <a:cs typeface="Arial" panose="020B0604020202020204" pitchFamily="34" charset="0"/>
                      </a:endParaRPr>
                    </a:p>
                  </a:txBody>
                  <a:tcPr/>
                </a:tc>
                <a:tc>
                  <a:txBody>
                    <a:bodyPr/>
                    <a:lstStyle/>
                    <a:p>
                      <a:pPr algn="ctr"/>
                      <a:r>
                        <a:rPr lang="en-US" sz="1600" dirty="0">
                          <a:solidFill>
                            <a:schemeClr val="tx1"/>
                          </a:solidFill>
                        </a:rPr>
                        <a:t>Clock Source</a:t>
                      </a:r>
                      <a:endParaRPr lang="en-IN" sz="1600" dirty="0">
                        <a:solidFill>
                          <a:schemeClr val="tx1"/>
                        </a:solidFill>
                        <a:latin typeface="Arial" panose="020B0604020202020204" pitchFamily="34" charset="0"/>
                        <a:cs typeface="Arial" panose="020B0604020202020204" pitchFamily="34" charset="0"/>
                      </a:endParaRPr>
                    </a:p>
                  </a:txBody>
                  <a:tcPr/>
                </a:tc>
                <a:tc>
                  <a:txBody>
                    <a:bodyPr/>
                    <a:lstStyle/>
                    <a:p>
                      <a:pPr algn="ctr"/>
                      <a:r>
                        <a:rPr lang="en-US" sz="1600"/>
                        <a:t>1</a:t>
                      </a:r>
                      <a:endParaRPr lang="en-US" sz="1600">
                        <a:latin typeface="Arial" panose="020B0604020202020204" pitchFamily="34" charset="0"/>
                        <a:cs typeface="Arial" panose="020B0604020202020204" pitchFamily="34" charset="0"/>
                      </a:endParaRPr>
                    </a:p>
                  </a:txBody>
                  <a:tcPr/>
                </a:tc>
                <a:tc>
                  <a:txBody>
                    <a:bodyPr/>
                    <a:lstStyle/>
                    <a:p>
                      <a:pPr algn="just"/>
                      <a:r>
                        <a:rPr lang="en-US" sz="1600"/>
                        <a:t>Clock. The rising edge of PCLK times all transfer on the APB</a:t>
                      </a:r>
                      <a:endParaRPr lang="en-US" sz="160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2693422610"/>
                  </a:ext>
                </a:extLst>
              </a:tr>
              <a:tr h="370840">
                <a:tc>
                  <a:txBody>
                    <a:bodyPr/>
                    <a:lstStyle/>
                    <a:p>
                      <a:pPr algn="ctr"/>
                      <a:r>
                        <a:rPr lang="en-US" sz="1600"/>
                        <a:t>PRESETn</a:t>
                      </a:r>
                      <a:endParaRPr lang="en-US" sz="1600">
                        <a:latin typeface="Arial" panose="020B0604020202020204" pitchFamily="34" charset="0"/>
                        <a:cs typeface="Arial" panose="020B0604020202020204" pitchFamily="34" charset="0"/>
                      </a:endParaRPr>
                    </a:p>
                  </a:txBody>
                  <a:tcPr/>
                </a:tc>
                <a:tc>
                  <a:txBody>
                    <a:bodyPr/>
                    <a:lstStyle/>
                    <a:p>
                      <a:pPr algn="ctr"/>
                      <a:r>
                        <a:rPr lang="en-US" sz="1600" dirty="0">
                          <a:solidFill>
                            <a:schemeClr val="tx1"/>
                          </a:solidFill>
                        </a:rPr>
                        <a:t>System Bus</a:t>
                      </a:r>
                      <a:endParaRPr lang="en-IN" sz="1600" dirty="0">
                        <a:solidFill>
                          <a:schemeClr val="tx1"/>
                        </a:solidFill>
                        <a:latin typeface="Arial" panose="020B0604020202020204" pitchFamily="34" charset="0"/>
                        <a:cs typeface="Arial" panose="020B0604020202020204" pitchFamily="34" charset="0"/>
                      </a:endParaRPr>
                    </a:p>
                  </a:txBody>
                  <a:tcPr/>
                </a:tc>
                <a:tc>
                  <a:txBody>
                    <a:bodyPr/>
                    <a:lstStyle/>
                    <a:p>
                      <a:pPr algn="ctr"/>
                      <a:r>
                        <a:rPr lang="en-US" sz="1600" dirty="0"/>
                        <a:t>1</a:t>
                      </a:r>
                      <a:endParaRPr lang="en-US" sz="1600" dirty="0">
                        <a:latin typeface="Arial" panose="020B0604020202020204" pitchFamily="34" charset="0"/>
                        <a:cs typeface="Arial" panose="020B0604020202020204" pitchFamily="34" charset="0"/>
                      </a:endParaRPr>
                    </a:p>
                  </a:txBody>
                  <a:tcPr/>
                </a:tc>
                <a:tc>
                  <a:txBody>
                    <a:bodyPr/>
                    <a:lstStyle/>
                    <a:p>
                      <a:pPr algn="just"/>
                      <a:r>
                        <a:rPr lang="en-US" sz="1600"/>
                        <a:t>Reset. The APB reset signal is active LOW. This signal is normally connected directly to the system bus reset signal.</a:t>
                      </a:r>
                      <a:endParaRPr lang="en-US" sz="160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363023051"/>
                  </a:ext>
                </a:extLst>
              </a:tr>
              <a:tr h="370840">
                <a:tc>
                  <a:txBody>
                    <a:bodyPr/>
                    <a:lstStyle/>
                    <a:p>
                      <a:pPr algn="ctr"/>
                      <a:r>
                        <a:rPr lang="en-US" sz="1600"/>
                        <a:t>PADDR</a:t>
                      </a:r>
                      <a:endParaRPr lang="en-US" sz="1600">
                        <a:latin typeface="Arial" panose="020B0604020202020204" pitchFamily="34" charset="0"/>
                        <a:cs typeface="Arial" panose="020B0604020202020204" pitchFamily="34" charset="0"/>
                      </a:endParaRPr>
                    </a:p>
                  </a:txBody>
                  <a:tcPr/>
                </a:tc>
                <a:tc>
                  <a:txBody>
                    <a:bodyPr/>
                    <a:lstStyle/>
                    <a:p>
                      <a:pPr algn="ctr"/>
                      <a:r>
                        <a:rPr lang="en-US" sz="1600" dirty="0">
                          <a:solidFill>
                            <a:schemeClr val="tx1"/>
                          </a:solidFill>
                        </a:rPr>
                        <a:t>APB bridge</a:t>
                      </a:r>
                      <a:endParaRPr lang="en-IN" sz="1600" dirty="0">
                        <a:solidFill>
                          <a:schemeClr val="tx1"/>
                        </a:solidFill>
                        <a:latin typeface="Arial" panose="020B0604020202020204" pitchFamily="34" charset="0"/>
                        <a:cs typeface="Arial" panose="020B0604020202020204" pitchFamily="34" charset="0"/>
                      </a:endParaRPr>
                    </a:p>
                  </a:txBody>
                  <a:tcPr/>
                </a:tc>
                <a:tc>
                  <a:txBody>
                    <a:bodyPr/>
                    <a:lstStyle/>
                    <a:p>
                      <a:pPr algn="ctr"/>
                      <a:r>
                        <a:rPr lang="en-US" sz="1600"/>
                        <a:t>ADDR_WIDTH</a:t>
                      </a:r>
                      <a:endParaRPr lang="en-US" sz="1600">
                        <a:latin typeface="Arial" panose="020B0604020202020204" pitchFamily="34" charset="0"/>
                        <a:cs typeface="Arial" panose="020B0604020202020204" pitchFamily="34" charset="0"/>
                      </a:endParaRPr>
                    </a:p>
                  </a:txBody>
                  <a:tcPr/>
                </a:tc>
                <a:tc>
                  <a:txBody>
                    <a:bodyPr/>
                    <a:lstStyle/>
                    <a:p>
                      <a:pPr algn="just"/>
                      <a:r>
                        <a:rPr lang="en-US" sz="1600"/>
                        <a:t>Address. This is APB address bus. It can be up to 32 bits wide and is driven by the peripheral bus bridge unit.</a:t>
                      </a:r>
                      <a:endParaRPr lang="en-US" sz="160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648389343"/>
                  </a:ext>
                </a:extLst>
              </a:tr>
              <a:tr h="370840">
                <a:tc>
                  <a:txBody>
                    <a:bodyPr/>
                    <a:lstStyle/>
                    <a:p>
                      <a:pPr algn="ctr"/>
                      <a:r>
                        <a:rPr lang="en-US" sz="1600"/>
                        <a:t>PPROT</a:t>
                      </a:r>
                      <a:endParaRPr lang="en-US" sz="1600">
                        <a:latin typeface="Arial" panose="020B0604020202020204" pitchFamily="34" charset="0"/>
                        <a:cs typeface="Arial" panose="020B0604020202020204" pitchFamily="34" charset="0"/>
                      </a:endParaRPr>
                    </a:p>
                  </a:txBody>
                  <a:tcPr/>
                </a:tc>
                <a:tc>
                  <a:txBody>
                    <a:bodyPr/>
                    <a:lstStyle/>
                    <a:p>
                      <a:pPr algn="ctr"/>
                      <a:r>
                        <a:rPr lang="en-US" sz="1600" dirty="0">
                          <a:solidFill>
                            <a:schemeClr val="tx1"/>
                          </a:solidFill>
                        </a:rPr>
                        <a:t>APB bridge</a:t>
                      </a:r>
                      <a:endParaRPr lang="en-IN" sz="1600" dirty="0">
                        <a:solidFill>
                          <a:schemeClr val="tx1"/>
                        </a:solidFill>
                        <a:latin typeface="Arial" panose="020B0604020202020204" pitchFamily="34" charset="0"/>
                        <a:cs typeface="Arial" panose="020B0604020202020204" pitchFamily="34" charset="0"/>
                      </a:endParaRPr>
                    </a:p>
                  </a:txBody>
                  <a:tcPr/>
                </a:tc>
                <a:tc>
                  <a:txBody>
                    <a:bodyPr/>
                    <a:lstStyle/>
                    <a:p>
                      <a:pPr algn="ctr"/>
                      <a:r>
                        <a:rPr lang="en-US" sz="1600"/>
                        <a:t>3</a:t>
                      </a:r>
                      <a:endParaRPr lang="en-US" sz="1600">
                        <a:latin typeface="Arial" panose="020B0604020202020204" pitchFamily="34" charset="0"/>
                        <a:cs typeface="Arial" panose="020B0604020202020204" pitchFamily="34" charset="0"/>
                      </a:endParaRPr>
                    </a:p>
                  </a:txBody>
                  <a:tcPr/>
                </a:tc>
                <a:tc>
                  <a:txBody>
                    <a:bodyPr/>
                    <a:lstStyle/>
                    <a:p>
                      <a:pPr algn="just"/>
                      <a:r>
                        <a:rPr lang="en-US" sz="1600"/>
                        <a:t>Protection type. This signal indicates the normal, privileged, or secure protection level of the transaction and whether the transaction is a data access or an instruction access.</a:t>
                      </a:r>
                      <a:endParaRPr lang="en-US" sz="160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3605326436"/>
                  </a:ext>
                </a:extLst>
              </a:tr>
              <a:tr h="370840">
                <a:tc>
                  <a:txBody>
                    <a:bodyPr/>
                    <a:lstStyle/>
                    <a:p>
                      <a:pPr algn="ctr"/>
                      <a:r>
                        <a:rPr lang="en-US" sz="1600"/>
                        <a:t>PSELx</a:t>
                      </a:r>
                      <a:endParaRPr lang="en-US" sz="1600">
                        <a:latin typeface="Arial" panose="020B0604020202020204" pitchFamily="34" charset="0"/>
                        <a:cs typeface="Arial" panose="020B0604020202020204" pitchFamily="34"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dirty="0">
                          <a:solidFill>
                            <a:schemeClr val="tx1"/>
                          </a:solidFill>
                        </a:rPr>
                        <a:t>APB bridge</a:t>
                      </a:r>
                      <a:endParaRPr lang="en-IN" sz="1600" dirty="0">
                        <a:solidFill>
                          <a:schemeClr val="tx1"/>
                        </a:solidFill>
                        <a:latin typeface="Arial" panose="020B0604020202020204" pitchFamily="34" charset="0"/>
                        <a:cs typeface="Arial" panose="020B0604020202020204" pitchFamily="34" charset="0"/>
                      </a:endParaRPr>
                    </a:p>
                  </a:txBody>
                  <a:tcPr/>
                </a:tc>
                <a:tc>
                  <a:txBody>
                    <a:bodyPr/>
                    <a:lstStyle/>
                    <a:p>
                      <a:pPr algn="ctr"/>
                      <a:r>
                        <a:rPr lang="en-US" sz="1600"/>
                        <a:t>1</a:t>
                      </a:r>
                      <a:endParaRPr lang="en-US" sz="1600">
                        <a:latin typeface="Arial" panose="020B0604020202020204" pitchFamily="34" charset="0"/>
                        <a:cs typeface="Arial" panose="020B0604020202020204" pitchFamily="34" charset="0"/>
                      </a:endParaRPr>
                    </a:p>
                  </a:txBody>
                  <a:tcPr/>
                </a:tc>
                <a:tc>
                  <a:txBody>
                    <a:bodyPr/>
                    <a:lstStyle/>
                    <a:p>
                      <a:pPr marL="0" marR="0" lvl="0" indent="0" algn="l" defTabSz="914400" eaLnBrk="1" fontAlgn="auto" latinLnBrk="0" hangingPunct="1">
                        <a:lnSpc>
                          <a:spcPct val="100000"/>
                        </a:lnSpc>
                        <a:spcBef>
                          <a:spcPts val="0"/>
                        </a:spcBef>
                        <a:spcAft>
                          <a:spcPts val="0"/>
                        </a:spcAft>
                        <a:buClrTx/>
                        <a:buSzTx/>
                        <a:buFontTx/>
                        <a:buNone/>
                        <a:tabLst/>
                        <a:defRPr/>
                      </a:pPr>
                      <a:r>
                        <a:rPr lang="en-US" sz="1600" b="0">
                          <a:solidFill>
                            <a:schemeClr val="dk1"/>
                          </a:solidFill>
                          <a:effectLst/>
                        </a:rPr>
                        <a:t>Slave select signal, there will be one PSEL signal for each slave connected to master.</a:t>
                      </a:r>
                      <a:r>
                        <a:rPr lang="en-US" sz="1600"/>
                        <a:t>. It’s an active high signal. </a:t>
                      </a:r>
                      <a:endParaRPr lang="en-IN" sz="1600">
                        <a:solidFill>
                          <a:schemeClr val="tx1"/>
                        </a:solidFill>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679113978"/>
                  </a:ext>
                </a:extLst>
              </a:tr>
              <a:tr h="370840">
                <a:tc>
                  <a:txBody>
                    <a:bodyPr/>
                    <a:lstStyle/>
                    <a:p>
                      <a:pPr algn="ctr"/>
                      <a:r>
                        <a:rPr lang="en-US" sz="1600" dirty="0">
                          <a:solidFill>
                            <a:schemeClr val="tx1"/>
                          </a:solidFill>
                        </a:rPr>
                        <a:t>PENABLE</a:t>
                      </a:r>
                      <a:endParaRPr lang="en-IN" sz="1600" dirty="0">
                        <a:solidFill>
                          <a:schemeClr val="tx1"/>
                        </a:solidFill>
                        <a:latin typeface="Arial" panose="020B0604020202020204" pitchFamily="34" charset="0"/>
                        <a:cs typeface="Arial" panose="020B0604020202020204" pitchFamily="34"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dirty="0">
                          <a:solidFill>
                            <a:schemeClr val="tx1"/>
                          </a:solidFill>
                        </a:rPr>
                        <a:t>APB bridge</a:t>
                      </a:r>
                      <a:endParaRPr lang="en-IN" sz="1600" dirty="0">
                        <a:solidFill>
                          <a:schemeClr val="tx1"/>
                        </a:solidFill>
                        <a:latin typeface="Arial" panose="020B0604020202020204" pitchFamily="34" charset="0"/>
                        <a:cs typeface="Arial" panose="020B0604020202020204" pitchFamily="34" charset="0"/>
                      </a:endParaRPr>
                    </a:p>
                  </a:txBody>
                  <a:tcPr/>
                </a:tc>
                <a:tc>
                  <a:txBody>
                    <a:bodyPr/>
                    <a:lstStyle/>
                    <a:p>
                      <a:pPr algn="ctr"/>
                      <a:r>
                        <a:rPr lang="en-US" sz="1600"/>
                        <a:t>1</a:t>
                      </a:r>
                      <a:endParaRPr lang="en-US" sz="1600">
                        <a:latin typeface="Arial" panose="020B0604020202020204" pitchFamily="34" charset="0"/>
                        <a:cs typeface="Arial" panose="020B0604020202020204" pitchFamily="34" charset="0"/>
                      </a:endParaRPr>
                    </a:p>
                  </a:txBody>
                  <a:tcPr/>
                </a:tc>
                <a:tc>
                  <a:txBody>
                    <a:bodyPr/>
                    <a:lstStyle/>
                    <a:p>
                      <a:pPr marL="0" marR="0" lvl="0" indent="0" algn="l" defTabSz="914400" eaLnBrk="1" fontAlgn="auto" latinLnBrk="0" hangingPunct="1">
                        <a:lnSpc>
                          <a:spcPct val="100000"/>
                        </a:lnSpc>
                        <a:spcBef>
                          <a:spcPts val="0"/>
                        </a:spcBef>
                        <a:spcAft>
                          <a:spcPts val="0"/>
                        </a:spcAft>
                        <a:buClrTx/>
                        <a:buSzTx/>
                        <a:buFontTx/>
                        <a:buNone/>
                        <a:tabLst/>
                        <a:defRPr/>
                      </a:pPr>
                      <a:r>
                        <a:rPr lang="en-US" sz="1600" dirty="0"/>
                        <a:t>Enable. It indicates the 2</a:t>
                      </a:r>
                      <a:r>
                        <a:rPr lang="en-US" sz="1600" baseline="30000" dirty="0"/>
                        <a:t>nd</a:t>
                      </a:r>
                      <a:r>
                        <a:rPr lang="en-US" sz="1600" dirty="0"/>
                        <a:t> cycle of a data transfer. It’s an active high signal. </a:t>
                      </a:r>
                      <a:endParaRPr lang="en-IN" sz="1600" dirty="0">
                        <a:solidFill>
                          <a:schemeClr val="tx1"/>
                        </a:solidFill>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090504135"/>
                  </a:ext>
                </a:extLst>
              </a:tr>
            </a:tbl>
          </a:graphicData>
        </a:graphic>
      </p:graphicFrame>
    </p:spTree>
    <p:extLst>
      <p:ext uri="{BB962C8B-B14F-4D97-AF65-F5344CB8AC3E}">
        <p14:creationId xmlns:p14="http://schemas.microsoft.com/office/powerpoint/2010/main" val="120962623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84F001-D00A-E4A6-3EF1-56D6AB88E2B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5A2275B-D4AB-88D9-438C-97F3621F4666}"/>
              </a:ext>
            </a:extLst>
          </p:cNvPr>
          <p:cNvSpPr>
            <a:spLocks noGrp="1"/>
          </p:cNvSpPr>
          <p:nvPr>
            <p:ph type="title"/>
          </p:nvPr>
        </p:nvSpPr>
        <p:spPr>
          <a:xfrm>
            <a:off x="521208" y="978408"/>
            <a:ext cx="11155680" cy="585216"/>
          </a:xfrm>
        </p:spPr>
        <p:txBody>
          <a:bodyPr>
            <a:normAutofit fontScale="90000"/>
          </a:bodyPr>
          <a:lstStyle/>
          <a:p>
            <a:r>
              <a:rPr lang="en-US"/>
              <a:t>1. Specifications</a:t>
            </a:r>
          </a:p>
        </p:txBody>
      </p:sp>
      <p:sp>
        <p:nvSpPr>
          <p:cNvPr id="8" name="Date Placeholder 7">
            <a:extLst>
              <a:ext uri="{FF2B5EF4-FFF2-40B4-BE49-F238E27FC236}">
                <a16:creationId xmlns:a16="http://schemas.microsoft.com/office/drawing/2014/main" id="{E60D7C30-9DD4-64B5-F710-17EBAED53FCD}"/>
              </a:ext>
            </a:extLst>
          </p:cNvPr>
          <p:cNvSpPr>
            <a:spLocks noGrp="1"/>
          </p:cNvSpPr>
          <p:nvPr>
            <p:ph type="dt" sz="half" idx="10"/>
          </p:nvPr>
        </p:nvSpPr>
        <p:spPr/>
        <p:txBody>
          <a:bodyPr/>
          <a:lstStyle/>
          <a:p>
            <a:fld id="{780F2533-275E-428B-B3B3-9CA4281B478F}" type="datetime1">
              <a:rPr lang="en-US" smtClean="0"/>
              <a:t>7/16/2026</a:t>
            </a:fld>
            <a:endParaRPr lang="en-US"/>
          </a:p>
        </p:txBody>
      </p:sp>
      <p:sp>
        <p:nvSpPr>
          <p:cNvPr id="9" name="Footer Placeholder 8">
            <a:extLst>
              <a:ext uri="{FF2B5EF4-FFF2-40B4-BE49-F238E27FC236}">
                <a16:creationId xmlns:a16="http://schemas.microsoft.com/office/drawing/2014/main" id="{F05591D6-FBC0-4B2E-DA74-E4AEFB97B8CB}"/>
              </a:ext>
            </a:extLst>
          </p:cNvPr>
          <p:cNvSpPr>
            <a:spLocks noGrp="1"/>
          </p:cNvSpPr>
          <p:nvPr>
            <p:ph type="ftr" sz="quarter" idx="11"/>
          </p:nvPr>
        </p:nvSpPr>
        <p:spPr/>
        <p:txBody>
          <a:bodyPr/>
          <a:lstStyle/>
          <a:p>
            <a:r>
              <a:rPr lang="en-US"/>
              <a:t>@copyright Hoang Bao Long</a:t>
            </a:r>
          </a:p>
        </p:txBody>
      </p:sp>
      <p:sp>
        <p:nvSpPr>
          <p:cNvPr id="11" name="Slide Number Placeholder 10">
            <a:extLst>
              <a:ext uri="{FF2B5EF4-FFF2-40B4-BE49-F238E27FC236}">
                <a16:creationId xmlns:a16="http://schemas.microsoft.com/office/drawing/2014/main" id="{B71FC6F9-60AE-6BFA-C85F-F5CE49F6DEE4}"/>
              </a:ext>
            </a:extLst>
          </p:cNvPr>
          <p:cNvSpPr>
            <a:spLocks noGrp="1"/>
          </p:cNvSpPr>
          <p:nvPr>
            <p:ph type="sldNum" sz="quarter" idx="12"/>
          </p:nvPr>
        </p:nvSpPr>
        <p:spPr/>
        <p:txBody>
          <a:bodyPr/>
          <a:lstStyle/>
          <a:p>
            <a:fld id="{148CC95F-0247-41B6-91CF-DC97C76A7088}" type="slidenum">
              <a:rPr lang="en-US" smtClean="0"/>
              <a:t>10</a:t>
            </a:fld>
            <a:endParaRPr lang="en-US"/>
          </a:p>
        </p:txBody>
      </p:sp>
      <p:sp>
        <p:nvSpPr>
          <p:cNvPr id="3" name="Title 1">
            <a:extLst>
              <a:ext uri="{FF2B5EF4-FFF2-40B4-BE49-F238E27FC236}">
                <a16:creationId xmlns:a16="http://schemas.microsoft.com/office/drawing/2014/main" id="{C6CADC30-93AE-DA45-9DEB-B5DF2F601D35}"/>
              </a:ext>
            </a:extLst>
          </p:cNvPr>
          <p:cNvSpPr txBox="1">
            <a:spLocks/>
          </p:cNvSpPr>
          <p:nvPr/>
        </p:nvSpPr>
        <p:spPr>
          <a:xfrm>
            <a:off x="652270" y="1668587"/>
            <a:ext cx="11125202" cy="425190"/>
          </a:xfrm>
          <a:prstGeom prst="rect">
            <a:avLst/>
          </a:prstGeom>
        </p:spPr>
        <p:txBody>
          <a:bodyPr vert="horz" lIns="0" tIns="0" rIns="0" bIns="0" rtlCol="0" anchor="t">
            <a:noAutofit/>
          </a:bodyPr>
          <a:lstStyle>
            <a:lvl1pPr algn="l" defTabSz="914400" rtl="0" eaLnBrk="1" latinLnBrk="0" hangingPunct="1">
              <a:lnSpc>
                <a:spcPct val="100000"/>
              </a:lnSpc>
              <a:spcBef>
                <a:spcPct val="0"/>
              </a:spcBef>
              <a:buNone/>
              <a:defRPr sz="3200" b="0" kern="1200" spc="0" baseline="0">
                <a:solidFill>
                  <a:schemeClr val="tx1"/>
                </a:solidFill>
                <a:latin typeface="+mj-lt"/>
                <a:ea typeface="+mj-ea"/>
                <a:cs typeface="+mj-cs"/>
              </a:defRPr>
            </a:lvl1pPr>
          </a:lstStyle>
          <a:p>
            <a:r>
              <a:rPr lang="vi-VN" sz="2600" b="1" dirty="0"/>
              <a:t>1.3. AMBA APB signals</a:t>
            </a:r>
            <a:endParaRPr lang="en-US" sz="2600" b="1" dirty="0"/>
          </a:p>
        </p:txBody>
      </p:sp>
      <p:graphicFrame>
        <p:nvGraphicFramePr>
          <p:cNvPr id="4" name="Table 3">
            <a:extLst>
              <a:ext uri="{FF2B5EF4-FFF2-40B4-BE49-F238E27FC236}">
                <a16:creationId xmlns:a16="http://schemas.microsoft.com/office/drawing/2014/main" id="{AE5B60F6-B7E6-C356-57BE-A3D64881F114}"/>
              </a:ext>
            </a:extLst>
          </p:cNvPr>
          <p:cNvGraphicFramePr>
            <a:graphicFrameLocks noGrp="1"/>
          </p:cNvGraphicFramePr>
          <p:nvPr>
            <p:extLst>
              <p:ext uri="{D42A27DB-BD31-4B8C-83A1-F6EECF244321}">
                <p14:modId xmlns:p14="http://schemas.microsoft.com/office/powerpoint/2010/main" val="3548461943"/>
              </p:ext>
            </p:extLst>
          </p:nvPr>
        </p:nvGraphicFramePr>
        <p:xfrm>
          <a:off x="579278" y="2093777"/>
          <a:ext cx="11033444" cy="4368800"/>
        </p:xfrm>
        <a:graphic>
          <a:graphicData uri="http://schemas.openxmlformats.org/drawingml/2006/table">
            <a:tbl>
              <a:tblPr firstRow="1" bandRow="1">
                <a:tableStyleId>{073A0DAA-6AF3-43AB-8588-CEC1D06C72B9}</a:tableStyleId>
              </a:tblPr>
              <a:tblGrid>
                <a:gridCol w="1777683">
                  <a:extLst>
                    <a:ext uri="{9D8B030D-6E8A-4147-A177-3AD203B41FA5}">
                      <a16:colId xmlns:a16="http://schemas.microsoft.com/office/drawing/2014/main" val="1108912286"/>
                    </a:ext>
                  </a:extLst>
                </a:gridCol>
                <a:gridCol w="1600200">
                  <a:extLst>
                    <a:ext uri="{9D8B030D-6E8A-4147-A177-3AD203B41FA5}">
                      <a16:colId xmlns:a16="http://schemas.microsoft.com/office/drawing/2014/main" val="2272246613"/>
                    </a:ext>
                  </a:extLst>
                </a:gridCol>
                <a:gridCol w="1600200">
                  <a:extLst>
                    <a:ext uri="{9D8B030D-6E8A-4147-A177-3AD203B41FA5}">
                      <a16:colId xmlns:a16="http://schemas.microsoft.com/office/drawing/2014/main" val="10821907"/>
                    </a:ext>
                  </a:extLst>
                </a:gridCol>
                <a:gridCol w="6055361">
                  <a:extLst>
                    <a:ext uri="{9D8B030D-6E8A-4147-A177-3AD203B41FA5}">
                      <a16:colId xmlns:a16="http://schemas.microsoft.com/office/drawing/2014/main" val="3160994262"/>
                    </a:ext>
                  </a:extLst>
                </a:gridCol>
              </a:tblGrid>
              <a:tr h="370840">
                <a:tc>
                  <a:txBody>
                    <a:bodyPr/>
                    <a:lstStyle/>
                    <a:p>
                      <a:pPr algn="ctr"/>
                      <a:r>
                        <a:rPr lang="en-US" sz="1600">
                          <a:solidFill>
                            <a:schemeClr val="bg1"/>
                          </a:solidFill>
                        </a:rPr>
                        <a:t>Signal</a:t>
                      </a:r>
                      <a:endParaRPr lang="en-US" sz="1600">
                        <a:solidFill>
                          <a:schemeClr val="bg1"/>
                        </a:solidFill>
                        <a:latin typeface="Arial" panose="020B0604020202020204" pitchFamily="34" charset="0"/>
                        <a:cs typeface="Arial" panose="020B0604020202020204" pitchFamily="34" charset="0"/>
                      </a:endParaRPr>
                    </a:p>
                  </a:txBody>
                  <a:tcPr/>
                </a:tc>
                <a:tc>
                  <a:txBody>
                    <a:bodyPr/>
                    <a:lstStyle/>
                    <a:p>
                      <a:pPr algn="ctr"/>
                      <a:r>
                        <a:rPr lang="en-US" sz="1600">
                          <a:solidFill>
                            <a:schemeClr val="bg1"/>
                          </a:solidFill>
                        </a:rPr>
                        <a:t>Source</a:t>
                      </a:r>
                      <a:endParaRPr lang="en-US" sz="1600">
                        <a:solidFill>
                          <a:schemeClr val="bg1"/>
                        </a:solidFill>
                        <a:latin typeface="Arial" panose="020B0604020202020204" pitchFamily="34" charset="0"/>
                        <a:cs typeface="Arial" panose="020B0604020202020204" pitchFamily="34" charset="0"/>
                      </a:endParaRPr>
                    </a:p>
                  </a:txBody>
                  <a:tcPr/>
                </a:tc>
                <a:tc>
                  <a:txBody>
                    <a:bodyPr/>
                    <a:lstStyle/>
                    <a:p>
                      <a:pPr algn="ctr"/>
                      <a:r>
                        <a:rPr lang="en-US" sz="1600">
                          <a:solidFill>
                            <a:schemeClr val="bg1"/>
                          </a:solidFill>
                        </a:rPr>
                        <a:t>Width</a:t>
                      </a:r>
                      <a:endParaRPr lang="en-US" sz="1600">
                        <a:solidFill>
                          <a:schemeClr val="bg1"/>
                        </a:solidFill>
                        <a:latin typeface="Arial" panose="020B0604020202020204" pitchFamily="34" charset="0"/>
                        <a:cs typeface="Arial" panose="020B0604020202020204" pitchFamily="34" charset="0"/>
                      </a:endParaRPr>
                    </a:p>
                  </a:txBody>
                  <a:tcPr/>
                </a:tc>
                <a:tc>
                  <a:txBody>
                    <a:bodyPr/>
                    <a:lstStyle/>
                    <a:p>
                      <a:pPr algn="ctr"/>
                      <a:r>
                        <a:rPr lang="en-US" sz="1600">
                          <a:solidFill>
                            <a:schemeClr val="bg1"/>
                          </a:solidFill>
                        </a:rPr>
                        <a:t>Description</a:t>
                      </a:r>
                      <a:endParaRPr lang="en-US" sz="1600">
                        <a:solidFill>
                          <a:schemeClr val="bg1"/>
                        </a:solidFill>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3816104531"/>
                  </a:ext>
                </a:extLst>
              </a:tr>
              <a:tr h="370840">
                <a:tc>
                  <a:txBody>
                    <a:bodyPr/>
                    <a:lstStyle/>
                    <a:p>
                      <a:pPr algn="ctr"/>
                      <a:r>
                        <a:rPr lang="en-US" sz="1600"/>
                        <a:t>PWRITE</a:t>
                      </a:r>
                      <a:endParaRPr lang="en-US" sz="1600">
                        <a:latin typeface="Arial" panose="020B0604020202020204" pitchFamily="34" charset="0"/>
                        <a:cs typeface="Arial" panose="020B0604020202020204" pitchFamily="34"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dirty="0">
                          <a:solidFill>
                            <a:schemeClr val="tx1"/>
                          </a:solidFill>
                        </a:rPr>
                        <a:t>APB bridge</a:t>
                      </a:r>
                      <a:endParaRPr lang="en-IN" sz="1600" dirty="0">
                        <a:solidFill>
                          <a:schemeClr val="tx1"/>
                        </a:solidFill>
                        <a:latin typeface="Arial" panose="020B0604020202020204" pitchFamily="34" charset="0"/>
                        <a:cs typeface="Arial" panose="020B0604020202020204" pitchFamily="34" charset="0"/>
                      </a:endParaRPr>
                    </a:p>
                  </a:txBody>
                  <a:tcPr/>
                </a:tc>
                <a:tc>
                  <a:txBody>
                    <a:bodyPr/>
                    <a:lstStyle/>
                    <a:p>
                      <a:pPr algn="ctr"/>
                      <a:r>
                        <a:rPr lang="en-US" sz="1600"/>
                        <a:t>1</a:t>
                      </a:r>
                      <a:endParaRPr lang="en-US" sz="1600">
                        <a:latin typeface="Arial" panose="020B0604020202020204" pitchFamily="34" charset="0"/>
                        <a:cs typeface="Arial" panose="020B0604020202020204" pitchFamily="34" charset="0"/>
                      </a:endParaRPr>
                    </a:p>
                  </a:txBody>
                  <a:tcPr/>
                </a:tc>
                <a:tc>
                  <a:txBody>
                    <a:bodyPr/>
                    <a:lstStyle/>
                    <a:p>
                      <a:r>
                        <a:rPr lang="en-US" sz="1600"/>
                        <a:t>Direction. PWRITE indicates an APB write access when HIGH and an APB read access when LOW.</a:t>
                      </a:r>
                      <a:endParaRPr lang="en-US" sz="160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4131091150"/>
                  </a:ext>
                </a:extLst>
              </a:tr>
              <a:tr h="370840">
                <a:tc>
                  <a:txBody>
                    <a:bodyPr/>
                    <a:lstStyle/>
                    <a:p>
                      <a:pPr algn="ctr"/>
                      <a:r>
                        <a:rPr lang="en-IN" sz="1600" dirty="0">
                          <a:solidFill>
                            <a:schemeClr val="tx1"/>
                          </a:solidFill>
                        </a:rPr>
                        <a:t>PWDATA</a:t>
                      </a:r>
                      <a:endParaRPr lang="en-IN" sz="1600" dirty="0">
                        <a:solidFill>
                          <a:schemeClr val="tx1"/>
                        </a:solidFill>
                        <a:latin typeface="Arial" panose="020B0604020202020204" pitchFamily="34" charset="0"/>
                        <a:cs typeface="Arial" panose="020B0604020202020204" pitchFamily="34"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a:solidFill>
                            <a:schemeClr val="tx1"/>
                          </a:solidFill>
                        </a:rPr>
                        <a:t>APB bridge</a:t>
                      </a:r>
                      <a:endParaRPr lang="en-IN" sz="1600">
                        <a:solidFill>
                          <a:schemeClr val="tx1"/>
                        </a:solidFill>
                        <a:latin typeface="Arial" panose="020B0604020202020204" pitchFamily="34" charset="0"/>
                        <a:cs typeface="Arial" panose="020B0604020202020204" pitchFamily="34" charset="0"/>
                      </a:endParaRPr>
                    </a:p>
                  </a:txBody>
                  <a:tcPr/>
                </a:tc>
                <a:tc>
                  <a:txBody>
                    <a:bodyPr/>
                    <a:lstStyle/>
                    <a:p>
                      <a:pPr algn="ctr"/>
                      <a:r>
                        <a:rPr lang="en-US" sz="1600"/>
                        <a:t>DATA_WIDTH</a:t>
                      </a:r>
                      <a:endParaRPr lang="en-IN" sz="1600" dirty="0">
                        <a:solidFill>
                          <a:schemeClr val="tx1"/>
                        </a:solidFill>
                        <a:latin typeface="Arial" panose="020B0604020202020204" pitchFamily="34" charset="0"/>
                        <a:cs typeface="Arial" panose="020B0604020202020204" pitchFamily="34" charset="0"/>
                      </a:endParaRPr>
                    </a:p>
                  </a:txBody>
                  <a:tcPr/>
                </a:tc>
                <a:tc>
                  <a:txBody>
                    <a:bodyPr/>
                    <a:lstStyle/>
                    <a:p>
                      <a:pPr algn="l"/>
                      <a:r>
                        <a:rPr lang="en-IN" sz="1600">
                          <a:solidFill>
                            <a:schemeClr val="tx1"/>
                          </a:solidFill>
                        </a:rPr>
                        <a:t>Write data. </a:t>
                      </a:r>
                      <a:r>
                        <a:rPr lang="en-US" sz="1600" b="0">
                          <a:solidFill>
                            <a:schemeClr val="dk1"/>
                          </a:solidFill>
                          <a:effectLst/>
                        </a:rPr>
                        <a:t>Write data bus from Master to Slave, can be up to 32 bit wide</a:t>
                      </a:r>
                      <a:endParaRPr lang="en-IN" sz="1600" dirty="0">
                        <a:solidFill>
                          <a:schemeClr val="tx1"/>
                        </a:solidFill>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2693422610"/>
                  </a:ext>
                </a:extLst>
              </a:tr>
              <a:tr h="370840">
                <a:tc>
                  <a:txBody>
                    <a:bodyPr/>
                    <a:lstStyle/>
                    <a:p>
                      <a:pPr algn="ctr"/>
                      <a:r>
                        <a:rPr lang="en-IN" sz="1600">
                          <a:solidFill>
                            <a:schemeClr val="tx1"/>
                          </a:solidFill>
                        </a:rPr>
                        <a:t>PSTRB</a:t>
                      </a:r>
                      <a:endParaRPr lang="en-IN" sz="1600" dirty="0">
                        <a:solidFill>
                          <a:schemeClr val="tx1"/>
                        </a:solidFill>
                        <a:latin typeface="Arial" panose="020B0604020202020204" pitchFamily="34" charset="0"/>
                        <a:cs typeface="Arial" panose="020B0604020202020204" pitchFamily="34"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600">
                          <a:solidFill>
                            <a:schemeClr val="tx1"/>
                          </a:solidFill>
                        </a:rPr>
                        <a:t>APB bridge</a:t>
                      </a:r>
                      <a:endParaRPr lang="en-IN" sz="1600" dirty="0">
                        <a:solidFill>
                          <a:schemeClr val="tx1"/>
                        </a:solidFill>
                        <a:latin typeface="Arial" panose="020B0604020202020204" pitchFamily="34" charset="0"/>
                        <a:cs typeface="Arial" panose="020B0604020202020204" pitchFamily="34" charset="0"/>
                      </a:endParaRPr>
                    </a:p>
                  </a:txBody>
                  <a:tcPr/>
                </a:tc>
                <a:tc>
                  <a:txBody>
                    <a:bodyPr/>
                    <a:lstStyle/>
                    <a:p>
                      <a:pPr algn="ctr"/>
                      <a:r>
                        <a:rPr lang="en-US" sz="1600"/>
                        <a:t>DATA_WIDTH/8</a:t>
                      </a:r>
                      <a:endParaRPr lang="en-IN" sz="1600" dirty="0">
                        <a:solidFill>
                          <a:schemeClr val="tx1"/>
                        </a:solidFill>
                        <a:latin typeface="Arial" panose="020B0604020202020204" pitchFamily="34" charset="0"/>
                        <a:cs typeface="Arial" panose="020B0604020202020204" pitchFamily="34" charset="0"/>
                      </a:endParaRPr>
                    </a:p>
                  </a:txBody>
                  <a:tcPr/>
                </a:tc>
                <a:tc>
                  <a:txBody>
                    <a:bodyPr/>
                    <a:lstStyle/>
                    <a:p>
                      <a:pPr algn="l"/>
                      <a:r>
                        <a:rPr lang="en-US" sz="1600"/>
                        <a:t>Write strobe. PSTRB indicates which byte lanes to update during a write transfer. There is one write strobe for each 8 bits of the write data bus. PSTRB[n] corresponds to PWDATA[(8n + 7):(8n)]. PSTRB must not be active during a read transfer.</a:t>
                      </a:r>
                      <a:endParaRPr lang="en-IN" sz="1600" dirty="0">
                        <a:solidFill>
                          <a:schemeClr val="tx1"/>
                        </a:solidFill>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363023051"/>
                  </a:ext>
                </a:extLst>
              </a:tr>
              <a:tr h="370840">
                <a:tc>
                  <a:txBody>
                    <a:bodyPr/>
                    <a:lstStyle/>
                    <a:p>
                      <a:pPr algn="ctr"/>
                      <a:r>
                        <a:rPr lang="en-US" sz="1600" dirty="0">
                          <a:solidFill>
                            <a:schemeClr val="tx1"/>
                          </a:solidFill>
                        </a:rPr>
                        <a:t>PREADY</a:t>
                      </a:r>
                      <a:endParaRPr lang="en-IN" sz="1600" dirty="0">
                        <a:solidFill>
                          <a:schemeClr val="tx1"/>
                        </a:solidFill>
                        <a:latin typeface="Arial" panose="020B0604020202020204" pitchFamily="34" charset="0"/>
                        <a:cs typeface="Arial" panose="020B0604020202020204" pitchFamily="34" charset="0"/>
                      </a:endParaRPr>
                    </a:p>
                  </a:txBody>
                  <a:tcPr/>
                </a:tc>
                <a:tc>
                  <a:txBody>
                    <a:bodyPr/>
                    <a:lstStyle/>
                    <a:p>
                      <a:pPr algn="ctr"/>
                      <a:r>
                        <a:rPr lang="en-US" sz="1600" dirty="0">
                          <a:solidFill>
                            <a:schemeClr val="tx1"/>
                          </a:solidFill>
                        </a:rPr>
                        <a:t>Slave Interface</a:t>
                      </a:r>
                      <a:endParaRPr lang="en-IN" sz="1600" dirty="0">
                        <a:solidFill>
                          <a:schemeClr val="tx1"/>
                        </a:solidFill>
                        <a:latin typeface="Arial" panose="020B0604020202020204" pitchFamily="34" charset="0"/>
                        <a:cs typeface="Arial" panose="020B0604020202020204" pitchFamily="34" charset="0"/>
                      </a:endParaRPr>
                    </a:p>
                  </a:txBody>
                  <a:tcPr/>
                </a:tc>
                <a:tc>
                  <a:txBody>
                    <a:bodyPr/>
                    <a:lstStyle/>
                    <a:p>
                      <a:pPr algn="ctr"/>
                      <a:r>
                        <a:rPr lang="en-US" sz="1600" dirty="0">
                          <a:solidFill>
                            <a:schemeClr val="tx1"/>
                          </a:solidFill>
                        </a:rPr>
                        <a:t>1</a:t>
                      </a:r>
                      <a:endParaRPr lang="en-IN" sz="1600" dirty="0">
                        <a:solidFill>
                          <a:schemeClr val="tx1"/>
                        </a:solidFill>
                        <a:latin typeface="Arial" panose="020B0604020202020204" pitchFamily="34" charset="0"/>
                        <a:cs typeface="Arial" panose="020B0604020202020204" pitchFamily="34" charset="0"/>
                      </a:endParaRPr>
                    </a:p>
                  </a:txBody>
                  <a:tcPr/>
                </a:tc>
                <a:tc>
                  <a:txBody>
                    <a:bodyPr/>
                    <a:lstStyle/>
                    <a:p>
                      <a:pPr algn="l"/>
                      <a:r>
                        <a:rPr lang="en-US" sz="1600" b="0">
                          <a:solidFill>
                            <a:schemeClr val="dk1"/>
                          </a:solidFill>
                          <a:effectLst/>
                        </a:rPr>
                        <a:t>It is used by the slave to include wait states in the transfer. i.e. whenever slave is not ready to complete the transaction, it will request the master for some time by de-asserting the PREADY.</a:t>
                      </a:r>
                      <a:endParaRPr lang="en-IN" sz="1600" dirty="0">
                        <a:solidFill>
                          <a:schemeClr val="tx1"/>
                        </a:solidFill>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648389343"/>
                  </a:ext>
                </a:extLst>
              </a:tr>
              <a:tr h="370840">
                <a:tc>
                  <a:txBody>
                    <a:bodyPr/>
                    <a:lstStyle/>
                    <a:p>
                      <a:pPr algn="ctr"/>
                      <a:r>
                        <a:rPr lang="en-US" sz="1600" dirty="0">
                          <a:solidFill>
                            <a:schemeClr val="tx1"/>
                          </a:solidFill>
                        </a:rPr>
                        <a:t>PSLVERR</a:t>
                      </a:r>
                      <a:endParaRPr lang="en-IN" sz="1600" dirty="0">
                        <a:solidFill>
                          <a:schemeClr val="tx1"/>
                        </a:solidFill>
                        <a:latin typeface="Arial" panose="020B0604020202020204" pitchFamily="34" charset="0"/>
                        <a:cs typeface="Arial" panose="020B0604020202020204" pitchFamily="34"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dirty="0">
                          <a:solidFill>
                            <a:schemeClr val="tx1"/>
                          </a:solidFill>
                        </a:rPr>
                        <a:t>Slave Interface</a:t>
                      </a:r>
                      <a:endParaRPr lang="en-IN" sz="1600" dirty="0">
                        <a:solidFill>
                          <a:schemeClr val="tx1"/>
                        </a:solidFill>
                        <a:latin typeface="Arial" panose="020B0604020202020204" pitchFamily="34" charset="0"/>
                        <a:cs typeface="Arial" panose="020B0604020202020204" pitchFamily="34" charset="0"/>
                      </a:endParaRPr>
                    </a:p>
                  </a:txBody>
                  <a:tcPr/>
                </a:tc>
                <a:tc>
                  <a:txBody>
                    <a:bodyPr/>
                    <a:lstStyle/>
                    <a:p>
                      <a:pPr algn="ctr"/>
                      <a:r>
                        <a:rPr lang="en-US" sz="1600" dirty="0">
                          <a:solidFill>
                            <a:schemeClr val="tx1"/>
                          </a:solidFill>
                        </a:rPr>
                        <a:t>1</a:t>
                      </a:r>
                      <a:endParaRPr lang="en-IN" sz="1600" dirty="0">
                        <a:solidFill>
                          <a:schemeClr val="tx1"/>
                        </a:solidFill>
                        <a:latin typeface="Arial" panose="020B0604020202020204" pitchFamily="34" charset="0"/>
                        <a:cs typeface="Arial" panose="020B0604020202020204" pitchFamily="34" charset="0"/>
                      </a:endParaRPr>
                    </a:p>
                  </a:txBody>
                  <a:tcPr/>
                </a:tc>
                <a:tc>
                  <a:txBody>
                    <a:bodyPr/>
                    <a:lstStyle/>
                    <a:p>
                      <a:pPr algn="l"/>
                      <a:r>
                        <a:rPr lang="en-US" sz="1600" b="0">
                          <a:solidFill>
                            <a:schemeClr val="dk1"/>
                          </a:solidFill>
                          <a:effectLst/>
                        </a:rPr>
                        <a:t>Indicates the Success or failure of the transfer. HIGH indicates failure and LOW indicates Success</a:t>
                      </a:r>
                      <a:endParaRPr lang="en-IN" sz="1600" dirty="0">
                        <a:solidFill>
                          <a:schemeClr val="tx1"/>
                        </a:solidFill>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3605326436"/>
                  </a:ext>
                </a:extLst>
              </a:tr>
              <a:tr h="370840">
                <a:tc>
                  <a:txBody>
                    <a:bodyPr/>
                    <a:lstStyle/>
                    <a:p>
                      <a:pPr algn="ctr"/>
                      <a:r>
                        <a:rPr lang="en-US" sz="1600" dirty="0">
                          <a:solidFill>
                            <a:schemeClr val="tx1"/>
                          </a:solidFill>
                        </a:rPr>
                        <a:t>PRDATA</a:t>
                      </a:r>
                      <a:endParaRPr lang="en-IN" sz="1600" dirty="0">
                        <a:solidFill>
                          <a:schemeClr val="tx1"/>
                        </a:solidFill>
                        <a:latin typeface="Arial" panose="020B0604020202020204" pitchFamily="34" charset="0"/>
                        <a:cs typeface="Arial" panose="020B0604020202020204" pitchFamily="34"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dirty="0">
                          <a:solidFill>
                            <a:schemeClr val="tx1"/>
                          </a:solidFill>
                        </a:rPr>
                        <a:t>Slave Interface</a:t>
                      </a:r>
                      <a:endParaRPr lang="en-IN" sz="1600" dirty="0">
                        <a:solidFill>
                          <a:schemeClr val="tx1"/>
                        </a:solidFill>
                        <a:latin typeface="Arial" panose="020B0604020202020204" pitchFamily="34" charset="0"/>
                        <a:cs typeface="Arial" panose="020B0604020202020204" pitchFamily="34" charset="0"/>
                      </a:endParaRPr>
                    </a:p>
                  </a:txBody>
                  <a:tcPr/>
                </a:tc>
                <a:tc>
                  <a:txBody>
                    <a:bodyPr/>
                    <a:lstStyle/>
                    <a:p>
                      <a:pPr algn="ctr"/>
                      <a:r>
                        <a:rPr lang="en-US" sz="1600"/>
                        <a:t>DATA_WIDTH</a:t>
                      </a:r>
                      <a:endParaRPr lang="en-IN" sz="1600" dirty="0">
                        <a:solidFill>
                          <a:schemeClr val="tx1"/>
                        </a:solidFill>
                        <a:latin typeface="Arial" panose="020B0604020202020204" pitchFamily="34" charset="0"/>
                        <a:cs typeface="Arial" panose="020B0604020202020204" pitchFamily="34" charset="0"/>
                      </a:endParaRPr>
                    </a:p>
                  </a:txBody>
                  <a:tcPr/>
                </a:tc>
                <a:tc>
                  <a:txBody>
                    <a:bodyPr/>
                    <a:lstStyle/>
                    <a:p>
                      <a:pPr algn="l"/>
                      <a:r>
                        <a:rPr lang="en-US" sz="1600" b="0" dirty="0">
                          <a:solidFill>
                            <a:schemeClr val="dk1"/>
                          </a:solidFill>
                          <a:effectLst/>
                        </a:rPr>
                        <a:t>Read data us from Slave to Master, can be up to 32 bit wide</a:t>
                      </a:r>
                      <a:endParaRPr lang="en-IN" sz="1600" dirty="0">
                        <a:solidFill>
                          <a:schemeClr val="tx1"/>
                        </a:solidFill>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679113978"/>
                  </a:ext>
                </a:extLst>
              </a:tr>
            </a:tbl>
          </a:graphicData>
        </a:graphic>
      </p:graphicFrame>
    </p:spTree>
    <p:extLst>
      <p:ext uri="{BB962C8B-B14F-4D97-AF65-F5344CB8AC3E}">
        <p14:creationId xmlns:p14="http://schemas.microsoft.com/office/powerpoint/2010/main" val="246639100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9CD5CC-E6ED-4A79-D75D-E56D565F8F4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5087F2A-96F0-DE33-504F-BED563CF898B}"/>
              </a:ext>
            </a:extLst>
          </p:cNvPr>
          <p:cNvSpPr>
            <a:spLocks noGrp="1"/>
          </p:cNvSpPr>
          <p:nvPr>
            <p:ph type="title"/>
          </p:nvPr>
        </p:nvSpPr>
        <p:spPr>
          <a:xfrm>
            <a:off x="521208" y="978408"/>
            <a:ext cx="11155680" cy="585216"/>
          </a:xfrm>
        </p:spPr>
        <p:txBody>
          <a:bodyPr>
            <a:normAutofit fontScale="90000"/>
          </a:bodyPr>
          <a:lstStyle/>
          <a:p>
            <a:r>
              <a:rPr lang="en-US"/>
              <a:t>1. Specifications</a:t>
            </a:r>
          </a:p>
        </p:txBody>
      </p:sp>
      <p:sp>
        <p:nvSpPr>
          <p:cNvPr id="8" name="Date Placeholder 7">
            <a:extLst>
              <a:ext uri="{FF2B5EF4-FFF2-40B4-BE49-F238E27FC236}">
                <a16:creationId xmlns:a16="http://schemas.microsoft.com/office/drawing/2014/main" id="{B2AEB74B-2384-2208-D737-1D40B6AC96F7}"/>
              </a:ext>
            </a:extLst>
          </p:cNvPr>
          <p:cNvSpPr>
            <a:spLocks noGrp="1"/>
          </p:cNvSpPr>
          <p:nvPr>
            <p:ph type="dt" sz="half" idx="10"/>
          </p:nvPr>
        </p:nvSpPr>
        <p:spPr/>
        <p:txBody>
          <a:bodyPr/>
          <a:lstStyle/>
          <a:p>
            <a:fld id="{780F2533-275E-428B-B3B3-9CA4281B478F}" type="datetime1">
              <a:rPr lang="en-US" smtClean="0"/>
              <a:t>7/16/2026</a:t>
            </a:fld>
            <a:endParaRPr lang="en-US"/>
          </a:p>
        </p:txBody>
      </p:sp>
      <p:sp>
        <p:nvSpPr>
          <p:cNvPr id="9" name="Footer Placeholder 8">
            <a:extLst>
              <a:ext uri="{FF2B5EF4-FFF2-40B4-BE49-F238E27FC236}">
                <a16:creationId xmlns:a16="http://schemas.microsoft.com/office/drawing/2014/main" id="{24FCD9E0-A8A7-19F8-63BC-5622AFE0CB39}"/>
              </a:ext>
            </a:extLst>
          </p:cNvPr>
          <p:cNvSpPr>
            <a:spLocks noGrp="1"/>
          </p:cNvSpPr>
          <p:nvPr>
            <p:ph type="ftr" sz="quarter" idx="11"/>
          </p:nvPr>
        </p:nvSpPr>
        <p:spPr/>
        <p:txBody>
          <a:bodyPr/>
          <a:lstStyle/>
          <a:p>
            <a:r>
              <a:rPr lang="en-US"/>
              <a:t>@copyright Hoang Bao Long</a:t>
            </a:r>
          </a:p>
        </p:txBody>
      </p:sp>
      <p:sp>
        <p:nvSpPr>
          <p:cNvPr id="11" name="Slide Number Placeholder 10">
            <a:extLst>
              <a:ext uri="{FF2B5EF4-FFF2-40B4-BE49-F238E27FC236}">
                <a16:creationId xmlns:a16="http://schemas.microsoft.com/office/drawing/2014/main" id="{44AEADD9-53A0-66C9-7D7E-2B3A6F81EDB3}"/>
              </a:ext>
            </a:extLst>
          </p:cNvPr>
          <p:cNvSpPr>
            <a:spLocks noGrp="1"/>
          </p:cNvSpPr>
          <p:nvPr>
            <p:ph type="sldNum" sz="quarter" idx="12"/>
          </p:nvPr>
        </p:nvSpPr>
        <p:spPr/>
        <p:txBody>
          <a:bodyPr/>
          <a:lstStyle/>
          <a:p>
            <a:fld id="{148CC95F-0247-41B6-91CF-DC97C76A7088}" type="slidenum">
              <a:rPr lang="en-US" smtClean="0"/>
              <a:t>11</a:t>
            </a:fld>
            <a:endParaRPr lang="en-US"/>
          </a:p>
        </p:txBody>
      </p:sp>
      <p:sp>
        <p:nvSpPr>
          <p:cNvPr id="3" name="Title 1">
            <a:extLst>
              <a:ext uri="{FF2B5EF4-FFF2-40B4-BE49-F238E27FC236}">
                <a16:creationId xmlns:a16="http://schemas.microsoft.com/office/drawing/2014/main" id="{6F33293F-7460-2A3F-5B85-73A6C1364350}"/>
              </a:ext>
            </a:extLst>
          </p:cNvPr>
          <p:cNvSpPr txBox="1">
            <a:spLocks/>
          </p:cNvSpPr>
          <p:nvPr/>
        </p:nvSpPr>
        <p:spPr>
          <a:xfrm>
            <a:off x="652270" y="1668587"/>
            <a:ext cx="11125202" cy="425190"/>
          </a:xfrm>
          <a:prstGeom prst="rect">
            <a:avLst/>
          </a:prstGeom>
        </p:spPr>
        <p:txBody>
          <a:bodyPr vert="horz" lIns="0" tIns="0" rIns="0" bIns="0" rtlCol="0" anchor="t">
            <a:noAutofit/>
          </a:bodyPr>
          <a:lstStyle>
            <a:lvl1pPr algn="l" defTabSz="914400" rtl="0" eaLnBrk="1" latinLnBrk="0" hangingPunct="1">
              <a:lnSpc>
                <a:spcPct val="100000"/>
              </a:lnSpc>
              <a:spcBef>
                <a:spcPct val="0"/>
              </a:spcBef>
              <a:buNone/>
              <a:defRPr sz="3200" b="0" kern="1200" spc="0" baseline="0">
                <a:solidFill>
                  <a:schemeClr val="tx1"/>
                </a:solidFill>
                <a:latin typeface="+mj-lt"/>
                <a:ea typeface="+mj-ea"/>
                <a:cs typeface="+mj-cs"/>
              </a:defRPr>
            </a:lvl1pPr>
          </a:lstStyle>
          <a:p>
            <a:r>
              <a:rPr lang="vi-VN" sz="2600" b="1" dirty="0"/>
              <a:t>1.4. APB Transfer – Write Transfers (without wait state)</a:t>
            </a:r>
            <a:endParaRPr lang="en-US" sz="2600" b="1" dirty="0"/>
          </a:p>
        </p:txBody>
      </p:sp>
      <p:pic>
        <p:nvPicPr>
          <p:cNvPr id="4" name="Picture 3" descr="A diagram of a computer program&#10;&#10;AI-generated content may be incorrect.">
            <a:extLst>
              <a:ext uri="{FF2B5EF4-FFF2-40B4-BE49-F238E27FC236}">
                <a16:creationId xmlns:a16="http://schemas.microsoft.com/office/drawing/2014/main" id="{42858D7E-CCC0-B955-62ED-28530A7186E3}"/>
              </a:ext>
            </a:extLst>
          </p:cNvPr>
          <p:cNvPicPr>
            <a:picLocks noChangeAspect="1"/>
          </p:cNvPicPr>
          <p:nvPr/>
        </p:nvPicPr>
        <p:blipFill>
          <a:blip r:embed="rId2"/>
          <a:stretch>
            <a:fillRect/>
          </a:stretch>
        </p:blipFill>
        <p:spPr>
          <a:xfrm>
            <a:off x="6868796" y="2569970"/>
            <a:ext cx="5272783" cy="3192815"/>
          </a:xfrm>
          <a:prstGeom prst="rect">
            <a:avLst/>
          </a:prstGeom>
        </p:spPr>
      </p:pic>
      <p:sp>
        <p:nvSpPr>
          <p:cNvPr id="6" name="TextBox 5">
            <a:extLst>
              <a:ext uri="{FF2B5EF4-FFF2-40B4-BE49-F238E27FC236}">
                <a16:creationId xmlns:a16="http://schemas.microsoft.com/office/drawing/2014/main" id="{5D17368C-C53C-130A-1944-F5B1B78071A4}"/>
              </a:ext>
            </a:extLst>
          </p:cNvPr>
          <p:cNvSpPr txBox="1"/>
          <p:nvPr/>
        </p:nvSpPr>
        <p:spPr>
          <a:xfrm>
            <a:off x="438912" y="2141362"/>
            <a:ext cx="6373493" cy="4524315"/>
          </a:xfrm>
          <a:prstGeom prst="rect">
            <a:avLst/>
          </a:prstGeom>
          <a:noFill/>
        </p:spPr>
        <p:txBody>
          <a:bodyPr wrap="square">
            <a:spAutoFit/>
          </a:bodyPr>
          <a:lstStyle/>
          <a:p>
            <a:pPr marL="285750" indent="-285750" algn="l">
              <a:buFont typeface="Arial" panose="020B0604020202020204" pitchFamily="34" charset="0"/>
              <a:buChar char="•"/>
            </a:pPr>
            <a:r>
              <a:rPr lang="en-US" b="0" i="0" dirty="0">
                <a:solidFill>
                  <a:srgbClr val="222222"/>
                </a:solidFill>
                <a:effectLst/>
                <a:latin typeface="Arial" panose="020B0604020202020204" pitchFamily="34" charset="0"/>
                <a:cs typeface="Arial" panose="020B0604020202020204" pitchFamily="34" charset="0"/>
              </a:rPr>
              <a:t>At T1, a write transfer with address </a:t>
            </a:r>
            <a:r>
              <a:rPr lang="en-US" b="1" i="0" dirty="0">
                <a:solidFill>
                  <a:srgbClr val="222222"/>
                </a:solidFill>
                <a:effectLst/>
                <a:latin typeface="Arial" panose="020B0604020202020204" pitchFamily="34" charset="0"/>
                <a:cs typeface="Arial" panose="020B0604020202020204" pitchFamily="34" charset="0"/>
              </a:rPr>
              <a:t>PADDR,PWDATA,PWRITE and PSEL </a:t>
            </a:r>
            <a:r>
              <a:rPr lang="en-US" b="0" i="0" dirty="0">
                <a:solidFill>
                  <a:srgbClr val="222222"/>
                </a:solidFill>
                <a:effectLst/>
                <a:latin typeface="Arial" panose="020B0604020202020204" pitchFamily="34" charset="0"/>
                <a:cs typeface="Arial" panose="020B0604020202020204" pitchFamily="34" charset="0"/>
              </a:rPr>
              <a:t>starts.</a:t>
            </a:r>
          </a:p>
          <a:p>
            <a:pPr marL="285750" indent="-285750" algn="l">
              <a:buFont typeface="Arial" panose="020B0604020202020204" pitchFamily="34" charset="0"/>
              <a:buChar char="•"/>
            </a:pPr>
            <a:r>
              <a:rPr lang="en-US" b="0" i="0" dirty="0">
                <a:solidFill>
                  <a:srgbClr val="222222"/>
                </a:solidFill>
                <a:effectLst/>
                <a:latin typeface="Arial" panose="020B0604020202020204" pitchFamily="34" charset="0"/>
                <a:cs typeface="Arial" panose="020B0604020202020204" pitchFamily="34" charset="0"/>
              </a:rPr>
              <a:t>They will registered at the next rising edge of </a:t>
            </a:r>
            <a:r>
              <a:rPr lang="en-US" b="1" i="0" dirty="0">
                <a:solidFill>
                  <a:srgbClr val="222222"/>
                </a:solidFill>
                <a:effectLst/>
                <a:latin typeface="Arial" panose="020B0604020202020204" pitchFamily="34" charset="0"/>
                <a:cs typeface="Arial" panose="020B0604020202020204" pitchFamily="34" charset="0"/>
              </a:rPr>
              <a:t>PCLK</a:t>
            </a:r>
            <a:r>
              <a:rPr lang="en-US" b="0" i="0" dirty="0">
                <a:solidFill>
                  <a:srgbClr val="222222"/>
                </a:solidFill>
                <a:effectLst/>
                <a:latin typeface="Arial" panose="020B0604020202020204" pitchFamily="34" charset="0"/>
                <a:cs typeface="Arial" panose="020B0604020202020204" pitchFamily="34" charset="0"/>
              </a:rPr>
              <a:t>, T2.</a:t>
            </a:r>
          </a:p>
          <a:p>
            <a:pPr marL="285750" indent="-285750" algn="l">
              <a:buFont typeface="Arial" panose="020B0604020202020204" pitchFamily="34" charset="0"/>
              <a:buChar char="•"/>
            </a:pPr>
            <a:r>
              <a:rPr lang="en-US" b="0" i="0" dirty="0">
                <a:solidFill>
                  <a:srgbClr val="222222"/>
                </a:solidFill>
                <a:effectLst/>
                <a:latin typeface="Arial" panose="020B0604020202020204" pitchFamily="34" charset="0"/>
                <a:cs typeface="Arial" panose="020B0604020202020204" pitchFamily="34" charset="0"/>
              </a:rPr>
              <a:t>This is Setup Phase of Transfer.</a:t>
            </a:r>
          </a:p>
          <a:p>
            <a:pPr marL="285750" indent="-285750" algn="l">
              <a:buFont typeface="Arial" panose="020B0604020202020204" pitchFamily="34" charset="0"/>
              <a:buChar char="•"/>
            </a:pPr>
            <a:r>
              <a:rPr lang="en-US" b="0" i="0" dirty="0">
                <a:solidFill>
                  <a:srgbClr val="222222"/>
                </a:solidFill>
                <a:effectLst/>
                <a:latin typeface="Arial" panose="020B0604020202020204" pitchFamily="34" charset="0"/>
                <a:cs typeface="Arial" panose="020B0604020202020204" pitchFamily="34" charset="0"/>
              </a:rPr>
              <a:t>After T2, </a:t>
            </a:r>
            <a:r>
              <a:rPr lang="en-US" b="1" i="0" dirty="0">
                <a:solidFill>
                  <a:srgbClr val="222222"/>
                </a:solidFill>
                <a:effectLst/>
                <a:latin typeface="Arial" panose="020B0604020202020204" pitchFamily="34" charset="0"/>
                <a:cs typeface="Arial" panose="020B0604020202020204" pitchFamily="34" charset="0"/>
              </a:rPr>
              <a:t>PENABLE</a:t>
            </a:r>
            <a:r>
              <a:rPr lang="en-US" b="0" i="0" dirty="0">
                <a:solidFill>
                  <a:srgbClr val="222222"/>
                </a:solidFill>
                <a:effectLst/>
                <a:latin typeface="Arial" panose="020B0604020202020204" pitchFamily="34" charset="0"/>
                <a:cs typeface="Arial" panose="020B0604020202020204" pitchFamily="34" charset="0"/>
              </a:rPr>
              <a:t> and </a:t>
            </a:r>
            <a:r>
              <a:rPr lang="en-US" b="1" i="0" dirty="0">
                <a:solidFill>
                  <a:srgbClr val="222222"/>
                </a:solidFill>
                <a:effectLst/>
                <a:latin typeface="Arial" panose="020B0604020202020204" pitchFamily="34" charset="0"/>
                <a:cs typeface="Arial" panose="020B0604020202020204" pitchFamily="34" charset="0"/>
              </a:rPr>
              <a:t>PREADY</a:t>
            </a:r>
            <a:r>
              <a:rPr lang="en-US" b="0" i="0" dirty="0">
                <a:solidFill>
                  <a:srgbClr val="222222"/>
                </a:solidFill>
                <a:effectLst/>
                <a:latin typeface="Arial" panose="020B0604020202020204" pitchFamily="34" charset="0"/>
                <a:cs typeface="Arial" panose="020B0604020202020204" pitchFamily="34" charset="0"/>
              </a:rPr>
              <a:t> are registered at the rising edge of </a:t>
            </a:r>
            <a:r>
              <a:rPr lang="en-US" b="1" i="0" dirty="0">
                <a:solidFill>
                  <a:srgbClr val="222222"/>
                </a:solidFill>
                <a:effectLst/>
                <a:latin typeface="Arial" panose="020B0604020202020204" pitchFamily="34" charset="0"/>
                <a:cs typeface="Arial" panose="020B0604020202020204" pitchFamily="34" charset="0"/>
              </a:rPr>
              <a:t>PCLK</a:t>
            </a:r>
            <a:r>
              <a:rPr lang="en-US" b="0" i="0" dirty="0">
                <a:solidFill>
                  <a:srgbClr val="222222"/>
                </a:solidFill>
                <a:effectLst/>
                <a:latin typeface="Arial" panose="020B0604020202020204" pitchFamily="34" charset="0"/>
                <a:cs typeface="Arial" panose="020B0604020202020204" pitchFamily="34" charset="0"/>
              </a:rPr>
              <a:t>.</a:t>
            </a:r>
          </a:p>
          <a:p>
            <a:pPr marL="285750" indent="-285750" algn="l">
              <a:buFont typeface="Arial" panose="020B0604020202020204" pitchFamily="34" charset="0"/>
              <a:buChar char="•"/>
            </a:pPr>
            <a:r>
              <a:rPr lang="en-US" b="0" i="0" dirty="0">
                <a:solidFill>
                  <a:srgbClr val="222222"/>
                </a:solidFill>
                <a:effectLst/>
                <a:latin typeface="Arial" panose="020B0604020202020204" pitchFamily="34" charset="0"/>
                <a:cs typeface="Arial" panose="020B0604020202020204" pitchFamily="34" charset="0"/>
              </a:rPr>
              <a:t>When asserted, </a:t>
            </a:r>
            <a:r>
              <a:rPr lang="en-US" b="1" i="0" dirty="0">
                <a:solidFill>
                  <a:srgbClr val="222222"/>
                </a:solidFill>
                <a:effectLst/>
                <a:latin typeface="Arial" panose="020B0604020202020204" pitchFamily="34" charset="0"/>
                <a:cs typeface="Arial" panose="020B0604020202020204" pitchFamily="34" charset="0"/>
              </a:rPr>
              <a:t>PENABLE</a:t>
            </a:r>
            <a:r>
              <a:rPr lang="en-US" b="0" i="0" dirty="0">
                <a:solidFill>
                  <a:srgbClr val="222222"/>
                </a:solidFill>
                <a:effectLst/>
                <a:latin typeface="Arial" panose="020B0604020202020204" pitchFamily="34" charset="0"/>
                <a:cs typeface="Arial" panose="020B0604020202020204" pitchFamily="34" charset="0"/>
              </a:rPr>
              <a:t> indicates starting of ACCESS Phase</a:t>
            </a:r>
          </a:p>
          <a:p>
            <a:pPr marL="285750" indent="-285750" algn="l">
              <a:buFont typeface="Arial" panose="020B0604020202020204" pitchFamily="34" charset="0"/>
              <a:buChar char="•"/>
            </a:pPr>
            <a:r>
              <a:rPr lang="en-US" b="0" i="0" dirty="0">
                <a:solidFill>
                  <a:srgbClr val="222222"/>
                </a:solidFill>
                <a:effectLst/>
                <a:latin typeface="Arial" panose="020B0604020202020204" pitchFamily="34" charset="0"/>
                <a:cs typeface="Arial" panose="020B0604020202020204" pitchFamily="34" charset="0"/>
              </a:rPr>
              <a:t>When asserted, </a:t>
            </a:r>
            <a:r>
              <a:rPr lang="en-US" b="1" i="0" dirty="0">
                <a:solidFill>
                  <a:srgbClr val="222222"/>
                </a:solidFill>
                <a:effectLst/>
                <a:latin typeface="Arial" panose="020B0604020202020204" pitchFamily="34" charset="0"/>
                <a:cs typeface="Arial" panose="020B0604020202020204" pitchFamily="34" charset="0"/>
              </a:rPr>
              <a:t>PREADY</a:t>
            </a:r>
            <a:r>
              <a:rPr lang="en-US" b="0" i="0" dirty="0">
                <a:solidFill>
                  <a:srgbClr val="222222"/>
                </a:solidFill>
                <a:effectLst/>
                <a:latin typeface="Arial" panose="020B0604020202020204" pitchFamily="34" charset="0"/>
                <a:cs typeface="Arial" panose="020B0604020202020204" pitchFamily="34" charset="0"/>
              </a:rPr>
              <a:t> indicates that slave can complete the transfer at the next rising </a:t>
            </a:r>
            <a:r>
              <a:rPr lang="en-US" b="0" i="0" dirty="0" err="1">
                <a:solidFill>
                  <a:srgbClr val="222222"/>
                </a:solidFill>
                <a:effectLst/>
                <a:latin typeface="Arial" panose="020B0604020202020204" pitchFamily="34" charset="0"/>
                <a:cs typeface="Arial" panose="020B0604020202020204" pitchFamily="34" charset="0"/>
              </a:rPr>
              <a:t>edige</a:t>
            </a:r>
            <a:r>
              <a:rPr lang="en-US" b="0" i="0" dirty="0">
                <a:solidFill>
                  <a:srgbClr val="222222"/>
                </a:solidFill>
                <a:effectLst/>
                <a:latin typeface="Arial" panose="020B0604020202020204" pitchFamily="34" charset="0"/>
                <a:cs typeface="Arial" panose="020B0604020202020204" pitchFamily="34" charset="0"/>
              </a:rPr>
              <a:t> of </a:t>
            </a:r>
            <a:r>
              <a:rPr lang="en-US" b="1" i="0" dirty="0">
                <a:solidFill>
                  <a:srgbClr val="222222"/>
                </a:solidFill>
                <a:effectLst/>
                <a:latin typeface="Arial" panose="020B0604020202020204" pitchFamily="34" charset="0"/>
                <a:cs typeface="Arial" panose="020B0604020202020204" pitchFamily="34" charset="0"/>
              </a:rPr>
              <a:t>PCLK</a:t>
            </a:r>
            <a:r>
              <a:rPr lang="en-US" b="0" i="0" dirty="0">
                <a:solidFill>
                  <a:srgbClr val="222222"/>
                </a:solidFill>
                <a:effectLst/>
                <a:latin typeface="Arial" panose="020B0604020202020204" pitchFamily="34" charset="0"/>
                <a:cs typeface="Arial" panose="020B0604020202020204" pitchFamily="34" charset="0"/>
              </a:rPr>
              <a:t>.</a:t>
            </a:r>
          </a:p>
          <a:p>
            <a:pPr marL="285750" indent="-285750" algn="l">
              <a:buFont typeface="Arial" panose="020B0604020202020204" pitchFamily="34" charset="0"/>
              <a:buChar char="•"/>
            </a:pPr>
            <a:r>
              <a:rPr lang="en-US" b="1" i="0" dirty="0">
                <a:solidFill>
                  <a:srgbClr val="222222"/>
                </a:solidFill>
                <a:effectLst/>
                <a:latin typeface="Arial" panose="020B0604020202020204" pitchFamily="34" charset="0"/>
                <a:cs typeface="Arial" panose="020B0604020202020204" pitchFamily="34" charset="0"/>
              </a:rPr>
              <a:t>PADDR, PDATA </a:t>
            </a:r>
            <a:r>
              <a:rPr lang="en-US" b="0" i="0" dirty="0">
                <a:solidFill>
                  <a:srgbClr val="222222"/>
                </a:solidFill>
                <a:effectLst/>
                <a:latin typeface="Arial" panose="020B0604020202020204" pitchFamily="34" charset="0"/>
                <a:cs typeface="Arial" panose="020B0604020202020204" pitchFamily="34" charset="0"/>
              </a:rPr>
              <a:t>and control signals all should remain valid till the transfer completes at T3.</a:t>
            </a:r>
          </a:p>
          <a:p>
            <a:pPr marL="285750" indent="-285750" algn="l">
              <a:buFont typeface="Arial" panose="020B0604020202020204" pitchFamily="34" charset="0"/>
              <a:buChar char="•"/>
            </a:pPr>
            <a:r>
              <a:rPr lang="en-US" b="1" i="0" dirty="0">
                <a:solidFill>
                  <a:srgbClr val="222222"/>
                </a:solidFill>
                <a:effectLst/>
                <a:latin typeface="Arial" panose="020B0604020202020204" pitchFamily="34" charset="0"/>
                <a:cs typeface="Arial" panose="020B0604020202020204" pitchFamily="34" charset="0"/>
              </a:rPr>
              <a:t>PENABLE</a:t>
            </a:r>
            <a:r>
              <a:rPr lang="en-US" b="0" i="0" dirty="0">
                <a:solidFill>
                  <a:srgbClr val="222222"/>
                </a:solidFill>
                <a:effectLst/>
                <a:latin typeface="Arial" panose="020B0604020202020204" pitchFamily="34" charset="0"/>
                <a:cs typeface="Arial" panose="020B0604020202020204" pitchFamily="34" charset="0"/>
              </a:rPr>
              <a:t> signal will be de-asserted at the end of transfer.</a:t>
            </a:r>
          </a:p>
          <a:p>
            <a:pPr marL="285750" indent="-285750" algn="l">
              <a:buFont typeface="Arial" panose="020B0604020202020204" pitchFamily="34" charset="0"/>
              <a:buChar char="•"/>
            </a:pPr>
            <a:r>
              <a:rPr lang="en-US" b="1" i="0" dirty="0">
                <a:solidFill>
                  <a:srgbClr val="222222"/>
                </a:solidFill>
                <a:effectLst/>
                <a:latin typeface="Arial" panose="020B0604020202020204" pitchFamily="34" charset="0"/>
                <a:cs typeface="Arial" panose="020B0604020202020204" pitchFamily="34" charset="0"/>
              </a:rPr>
              <a:t>PSEL</a:t>
            </a:r>
            <a:r>
              <a:rPr lang="en-US" b="0" i="0" dirty="0">
                <a:solidFill>
                  <a:srgbClr val="222222"/>
                </a:solidFill>
                <a:effectLst/>
                <a:latin typeface="Arial" panose="020B0604020202020204" pitchFamily="34" charset="0"/>
                <a:cs typeface="Arial" panose="020B0604020202020204" pitchFamily="34" charset="0"/>
              </a:rPr>
              <a:t> is also de-asserted, if next transfer is not to the same slave.</a:t>
            </a:r>
          </a:p>
        </p:txBody>
      </p:sp>
    </p:spTree>
    <p:extLst>
      <p:ext uri="{BB962C8B-B14F-4D97-AF65-F5344CB8AC3E}">
        <p14:creationId xmlns:p14="http://schemas.microsoft.com/office/powerpoint/2010/main" val="38646646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567B98-95A7-E4C3-65F1-3FBB273AAEF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A754FFE-51E5-7473-3794-B78C9C0F477E}"/>
              </a:ext>
            </a:extLst>
          </p:cNvPr>
          <p:cNvSpPr>
            <a:spLocks noGrp="1"/>
          </p:cNvSpPr>
          <p:nvPr>
            <p:ph type="title"/>
          </p:nvPr>
        </p:nvSpPr>
        <p:spPr>
          <a:xfrm>
            <a:off x="521208" y="978408"/>
            <a:ext cx="11155680" cy="585216"/>
          </a:xfrm>
        </p:spPr>
        <p:txBody>
          <a:bodyPr>
            <a:normAutofit fontScale="90000"/>
          </a:bodyPr>
          <a:lstStyle/>
          <a:p>
            <a:r>
              <a:rPr lang="en-US"/>
              <a:t>1. Specifications</a:t>
            </a:r>
          </a:p>
        </p:txBody>
      </p:sp>
      <p:sp>
        <p:nvSpPr>
          <p:cNvPr id="8" name="Date Placeholder 7">
            <a:extLst>
              <a:ext uri="{FF2B5EF4-FFF2-40B4-BE49-F238E27FC236}">
                <a16:creationId xmlns:a16="http://schemas.microsoft.com/office/drawing/2014/main" id="{E2664D13-BE5E-6EB0-1803-2AD21CEE9908}"/>
              </a:ext>
            </a:extLst>
          </p:cNvPr>
          <p:cNvSpPr>
            <a:spLocks noGrp="1"/>
          </p:cNvSpPr>
          <p:nvPr>
            <p:ph type="dt" sz="half" idx="10"/>
          </p:nvPr>
        </p:nvSpPr>
        <p:spPr/>
        <p:txBody>
          <a:bodyPr/>
          <a:lstStyle/>
          <a:p>
            <a:fld id="{780F2533-275E-428B-B3B3-9CA4281B478F}" type="datetime1">
              <a:rPr lang="en-US" smtClean="0"/>
              <a:t>7/16/2026</a:t>
            </a:fld>
            <a:endParaRPr lang="en-US"/>
          </a:p>
        </p:txBody>
      </p:sp>
      <p:sp>
        <p:nvSpPr>
          <p:cNvPr id="9" name="Footer Placeholder 8">
            <a:extLst>
              <a:ext uri="{FF2B5EF4-FFF2-40B4-BE49-F238E27FC236}">
                <a16:creationId xmlns:a16="http://schemas.microsoft.com/office/drawing/2014/main" id="{BE31597D-07B3-8A04-9C5A-AAAB6FF8AE09}"/>
              </a:ext>
            </a:extLst>
          </p:cNvPr>
          <p:cNvSpPr>
            <a:spLocks noGrp="1"/>
          </p:cNvSpPr>
          <p:nvPr>
            <p:ph type="ftr" sz="quarter" idx="11"/>
          </p:nvPr>
        </p:nvSpPr>
        <p:spPr/>
        <p:txBody>
          <a:bodyPr/>
          <a:lstStyle/>
          <a:p>
            <a:r>
              <a:rPr lang="en-US"/>
              <a:t>@copyright Hoang Bao Long</a:t>
            </a:r>
          </a:p>
        </p:txBody>
      </p:sp>
      <p:sp>
        <p:nvSpPr>
          <p:cNvPr id="11" name="Slide Number Placeholder 10">
            <a:extLst>
              <a:ext uri="{FF2B5EF4-FFF2-40B4-BE49-F238E27FC236}">
                <a16:creationId xmlns:a16="http://schemas.microsoft.com/office/drawing/2014/main" id="{967654DF-A9BE-A6B7-5863-05F7326EE961}"/>
              </a:ext>
            </a:extLst>
          </p:cNvPr>
          <p:cNvSpPr>
            <a:spLocks noGrp="1"/>
          </p:cNvSpPr>
          <p:nvPr>
            <p:ph type="sldNum" sz="quarter" idx="12"/>
          </p:nvPr>
        </p:nvSpPr>
        <p:spPr/>
        <p:txBody>
          <a:bodyPr/>
          <a:lstStyle/>
          <a:p>
            <a:fld id="{148CC95F-0247-41B6-91CF-DC97C76A7088}" type="slidenum">
              <a:rPr lang="en-US" smtClean="0"/>
              <a:t>12</a:t>
            </a:fld>
            <a:endParaRPr lang="en-US"/>
          </a:p>
        </p:txBody>
      </p:sp>
      <p:sp>
        <p:nvSpPr>
          <p:cNvPr id="3" name="Title 1">
            <a:extLst>
              <a:ext uri="{FF2B5EF4-FFF2-40B4-BE49-F238E27FC236}">
                <a16:creationId xmlns:a16="http://schemas.microsoft.com/office/drawing/2014/main" id="{BAB43E9A-64CB-4B29-5F11-398D278D3043}"/>
              </a:ext>
            </a:extLst>
          </p:cNvPr>
          <p:cNvSpPr txBox="1">
            <a:spLocks/>
          </p:cNvSpPr>
          <p:nvPr/>
        </p:nvSpPr>
        <p:spPr>
          <a:xfrm>
            <a:off x="652270" y="1668587"/>
            <a:ext cx="11125202" cy="425190"/>
          </a:xfrm>
          <a:prstGeom prst="rect">
            <a:avLst/>
          </a:prstGeom>
        </p:spPr>
        <p:txBody>
          <a:bodyPr vert="horz" lIns="0" tIns="0" rIns="0" bIns="0" rtlCol="0" anchor="t">
            <a:noAutofit/>
          </a:bodyPr>
          <a:lstStyle>
            <a:lvl1pPr algn="l" defTabSz="914400" rtl="0" eaLnBrk="1" latinLnBrk="0" hangingPunct="1">
              <a:lnSpc>
                <a:spcPct val="100000"/>
              </a:lnSpc>
              <a:spcBef>
                <a:spcPct val="0"/>
              </a:spcBef>
              <a:buNone/>
              <a:defRPr sz="3200" b="0" kern="1200" spc="0" baseline="0">
                <a:solidFill>
                  <a:schemeClr val="tx1"/>
                </a:solidFill>
                <a:latin typeface="+mj-lt"/>
                <a:ea typeface="+mj-ea"/>
                <a:cs typeface="+mj-cs"/>
              </a:defRPr>
            </a:lvl1pPr>
          </a:lstStyle>
          <a:p>
            <a:r>
              <a:rPr lang="vi-VN" sz="2600" b="1" dirty="0"/>
              <a:t>1.4. APB Transfer – Write Transfers (with wait state)</a:t>
            </a:r>
            <a:endParaRPr lang="en-US" sz="2600" b="1" dirty="0"/>
          </a:p>
        </p:txBody>
      </p:sp>
      <p:sp>
        <p:nvSpPr>
          <p:cNvPr id="4" name="TextBox 3">
            <a:extLst>
              <a:ext uri="{FF2B5EF4-FFF2-40B4-BE49-F238E27FC236}">
                <a16:creationId xmlns:a16="http://schemas.microsoft.com/office/drawing/2014/main" id="{9318F613-4350-2A81-58D3-5B79D574A3BD}"/>
              </a:ext>
            </a:extLst>
          </p:cNvPr>
          <p:cNvSpPr txBox="1"/>
          <p:nvPr/>
        </p:nvSpPr>
        <p:spPr>
          <a:xfrm>
            <a:off x="457200" y="2389181"/>
            <a:ext cx="5334000" cy="3416320"/>
          </a:xfrm>
          <a:prstGeom prst="rect">
            <a:avLst/>
          </a:prstGeom>
          <a:noFill/>
        </p:spPr>
        <p:txBody>
          <a:bodyPr wrap="square">
            <a:spAutoFit/>
          </a:bodyPr>
          <a:lstStyle/>
          <a:p>
            <a:pPr marL="285750" indent="-285750" algn="l">
              <a:buFont typeface="Arial" panose="020B0604020202020204" pitchFamily="34" charset="0"/>
              <a:buChar char="•"/>
            </a:pPr>
            <a:r>
              <a:rPr lang="en-US" b="0" i="0" dirty="0">
                <a:solidFill>
                  <a:srgbClr val="222222"/>
                </a:solidFill>
                <a:effectLst/>
                <a:latin typeface="Arial" panose="020B0604020202020204" pitchFamily="34" charset="0"/>
                <a:cs typeface="Arial" panose="020B0604020202020204" pitchFamily="34" charset="0"/>
              </a:rPr>
              <a:t>During the ACCESS Phase, when </a:t>
            </a:r>
            <a:r>
              <a:rPr lang="en-US" b="1" i="0" dirty="0">
                <a:solidFill>
                  <a:srgbClr val="222222"/>
                </a:solidFill>
                <a:effectLst/>
                <a:latin typeface="Arial" panose="020B0604020202020204" pitchFamily="34" charset="0"/>
                <a:cs typeface="Arial" panose="020B0604020202020204" pitchFamily="34" charset="0"/>
              </a:rPr>
              <a:t>PENABLE</a:t>
            </a:r>
            <a:r>
              <a:rPr lang="en-US" b="0" i="0" dirty="0">
                <a:solidFill>
                  <a:srgbClr val="222222"/>
                </a:solidFill>
                <a:effectLst/>
                <a:latin typeface="Arial" panose="020B0604020202020204" pitchFamily="34" charset="0"/>
                <a:cs typeface="Arial" panose="020B0604020202020204" pitchFamily="34" charset="0"/>
              </a:rPr>
              <a:t> is high, the slave extends the transfer by driving </a:t>
            </a:r>
            <a:r>
              <a:rPr lang="en-US" b="1" i="0" dirty="0">
                <a:solidFill>
                  <a:srgbClr val="222222"/>
                </a:solidFill>
                <a:effectLst/>
                <a:latin typeface="Arial" panose="020B0604020202020204" pitchFamily="34" charset="0"/>
                <a:cs typeface="Arial" panose="020B0604020202020204" pitchFamily="34" charset="0"/>
              </a:rPr>
              <a:t>PREADY</a:t>
            </a:r>
            <a:r>
              <a:rPr lang="en-US" b="0" i="0" dirty="0">
                <a:solidFill>
                  <a:srgbClr val="222222"/>
                </a:solidFill>
                <a:effectLst/>
                <a:latin typeface="Arial" panose="020B0604020202020204" pitchFamily="34" charset="0"/>
                <a:cs typeface="Arial" panose="020B0604020202020204" pitchFamily="34" charset="0"/>
              </a:rPr>
              <a:t> low.</a:t>
            </a:r>
          </a:p>
          <a:p>
            <a:pPr marL="285750" indent="-285750" algn="l">
              <a:buFont typeface="Arial" panose="020B0604020202020204" pitchFamily="34" charset="0"/>
              <a:buChar char="•"/>
            </a:pPr>
            <a:r>
              <a:rPr lang="en-US" b="0" i="0" dirty="0">
                <a:solidFill>
                  <a:srgbClr val="222222"/>
                </a:solidFill>
                <a:effectLst/>
                <a:latin typeface="Arial" panose="020B0604020202020204" pitchFamily="34" charset="0"/>
                <a:cs typeface="Arial" panose="020B0604020202020204" pitchFamily="34" charset="0"/>
              </a:rPr>
              <a:t>The </a:t>
            </a:r>
            <a:r>
              <a:rPr lang="en-US" b="1" i="0" dirty="0">
                <a:solidFill>
                  <a:srgbClr val="222222"/>
                </a:solidFill>
                <a:effectLst/>
                <a:latin typeface="Arial" panose="020B0604020202020204" pitchFamily="34" charset="0"/>
                <a:cs typeface="Arial" panose="020B0604020202020204" pitchFamily="34" charset="0"/>
              </a:rPr>
              <a:t>PADDR, PWRITE, PSEL, PENABLE, PWDATA, PSTRB, PPROT </a:t>
            </a:r>
            <a:r>
              <a:rPr lang="en-US" b="0" i="0" dirty="0">
                <a:solidFill>
                  <a:srgbClr val="222222"/>
                </a:solidFill>
                <a:effectLst/>
                <a:latin typeface="Arial" panose="020B0604020202020204" pitchFamily="34" charset="0"/>
                <a:cs typeface="Arial" panose="020B0604020202020204" pitchFamily="34" charset="0"/>
              </a:rPr>
              <a:t>signals should remain unchanged while </a:t>
            </a:r>
            <a:r>
              <a:rPr lang="en-US" b="1" i="0" dirty="0">
                <a:solidFill>
                  <a:srgbClr val="222222"/>
                </a:solidFill>
                <a:effectLst/>
                <a:latin typeface="Arial" panose="020B0604020202020204" pitchFamily="34" charset="0"/>
                <a:cs typeface="Arial" panose="020B0604020202020204" pitchFamily="34" charset="0"/>
              </a:rPr>
              <a:t>PREADY</a:t>
            </a:r>
            <a:r>
              <a:rPr lang="en-US" b="0" i="0" dirty="0">
                <a:solidFill>
                  <a:srgbClr val="222222"/>
                </a:solidFill>
                <a:effectLst/>
                <a:latin typeface="Arial" panose="020B0604020202020204" pitchFamily="34" charset="0"/>
                <a:cs typeface="Arial" panose="020B0604020202020204" pitchFamily="34" charset="0"/>
              </a:rPr>
              <a:t> is low</a:t>
            </a:r>
          </a:p>
          <a:p>
            <a:pPr marL="285750" indent="-285750" algn="l">
              <a:buFont typeface="Arial" panose="020B0604020202020204" pitchFamily="34" charset="0"/>
              <a:buChar char="•"/>
            </a:pPr>
            <a:r>
              <a:rPr lang="en-US" b="1" i="0" dirty="0">
                <a:solidFill>
                  <a:srgbClr val="222222"/>
                </a:solidFill>
                <a:effectLst/>
                <a:latin typeface="Arial" panose="020B0604020202020204" pitchFamily="34" charset="0"/>
                <a:cs typeface="Arial" panose="020B0604020202020204" pitchFamily="34" charset="0"/>
              </a:rPr>
              <a:t>PREADY</a:t>
            </a:r>
            <a:r>
              <a:rPr lang="en-US" b="0" i="0" dirty="0">
                <a:solidFill>
                  <a:srgbClr val="222222"/>
                </a:solidFill>
                <a:effectLst/>
                <a:latin typeface="Arial" panose="020B0604020202020204" pitchFamily="34" charset="0"/>
                <a:cs typeface="Arial" panose="020B0604020202020204" pitchFamily="34" charset="0"/>
              </a:rPr>
              <a:t> can take any value when </a:t>
            </a:r>
            <a:r>
              <a:rPr lang="en-US" b="1" i="0" dirty="0">
                <a:solidFill>
                  <a:srgbClr val="222222"/>
                </a:solidFill>
                <a:effectLst/>
                <a:latin typeface="Arial" panose="020B0604020202020204" pitchFamily="34" charset="0"/>
                <a:cs typeface="Arial" panose="020B0604020202020204" pitchFamily="34" charset="0"/>
              </a:rPr>
              <a:t>PENABLE</a:t>
            </a:r>
            <a:r>
              <a:rPr lang="en-US" b="0" i="0" dirty="0">
                <a:solidFill>
                  <a:srgbClr val="222222"/>
                </a:solidFill>
                <a:effectLst/>
                <a:latin typeface="Arial" panose="020B0604020202020204" pitchFamily="34" charset="0"/>
                <a:cs typeface="Arial" panose="020B0604020202020204" pitchFamily="34" charset="0"/>
              </a:rPr>
              <a:t> is low.</a:t>
            </a:r>
          </a:p>
          <a:p>
            <a:pPr marL="285750" indent="-285750" algn="l">
              <a:buFont typeface="Arial" panose="020B0604020202020204" pitchFamily="34" charset="0"/>
              <a:buChar char="•"/>
            </a:pPr>
            <a:r>
              <a:rPr lang="en-US" b="0" i="0" dirty="0">
                <a:solidFill>
                  <a:srgbClr val="222222"/>
                </a:solidFill>
                <a:effectLst/>
                <a:latin typeface="Arial" panose="020B0604020202020204" pitchFamily="34" charset="0"/>
                <a:cs typeface="Arial" panose="020B0604020202020204" pitchFamily="34" charset="0"/>
              </a:rPr>
              <a:t>It is recommended that the address and write signals are not changed immediately after a transfer, but remain stable until another access occurs.</a:t>
            </a:r>
          </a:p>
        </p:txBody>
      </p:sp>
      <p:pic>
        <p:nvPicPr>
          <p:cNvPr id="5" name="Picture 4">
            <a:extLst>
              <a:ext uri="{FF2B5EF4-FFF2-40B4-BE49-F238E27FC236}">
                <a16:creationId xmlns:a16="http://schemas.microsoft.com/office/drawing/2014/main" id="{E310FE00-7BA4-4CFC-6265-D3A2D9BFDF01}"/>
              </a:ext>
            </a:extLst>
          </p:cNvPr>
          <p:cNvPicPr>
            <a:picLocks noChangeAspect="1"/>
          </p:cNvPicPr>
          <p:nvPr/>
        </p:nvPicPr>
        <p:blipFill>
          <a:blip r:embed="rId2"/>
          <a:stretch>
            <a:fillRect/>
          </a:stretch>
        </p:blipFill>
        <p:spPr>
          <a:xfrm>
            <a:off x="5757427" y="2389181"/>
            <a:ext cx="6234749" cy="2868619"/>
          </a:xfrm>
          <a:prstGeom prst="rect">
            <a:avLst/>
          </a:prstGeom>
        </p:spPr>
      </p:pic>
    </p:spTree>
    <p:extLst>
      <p:ext uri="{BB962C8B-B14F-4D97-AF65-F5344CB8AC3E}">
        <p14:creationId xmlns:p14="http://schemas.microsoft.com/office/powerpoint/2010/main" val="296922293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8B464F-9E87-C9D0-0E87-5346B8D9B14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C6179C4-D3C1-239F-242C-14FEAC7667C3}"/>
              </a:ext>
            </a:extLst>
          </p:cNvPr>
          <p:cNvSpPr>
            <a:spLocks noGrp="1"/>
          </p:cNvSpPr>
          <p:nvPr>
            <p:ph type="title"/>
          </p:nvPr>
        </p:nvSpPr>
        <p:spPr>
          <a:xfrm>
            <a:off x="521208" y="978408"/>
            <a:ext cx="11155680" cy="585216"/>
          </a:xfrm>
        </p:spPr>
        <p:txBody>
          <a:bodyPr>
            <a:normAutofit fontScale="90000"/>
          </a:bodyPr>
          <a:lstStyle/>
          <a:p>
            <a:r>
              <a:rPr lang="en-US"/>
              <a:t>1. Specifications</a:t>
            </a:r>
          </a:p>
        </p:txBody>
      </p:sp>
      <p:sp>
        <p:nvSpPr>
          <p:cNvPr id="8" name="Date Placeholder 7">
            <a:extLst>
              <a:ext uri="{FF2B5EF4-FFF2-40B4-BE49-F238E27FC236}">
                <a16:creationId xmlns:a16="http://schemas.microsoft.com/office/drawing/2014/main" id="{3E31123A-57A2-4B12-F007-4C0F6C436B2D}"/>
              </a:ext>
            </a:extLst>
          </p:cNvPr>
          <p:cNvSpPr>
            <a:spLocks noGrp="1"/>
          </p:cNvSpPr>
          <p:nvPr>
            <p:ph type="dt" sz="half" idx="10"/>
          </p:nvPr>
        </p:nvSpPr>
        <p:spPr/>
        <p:txBody>
          <a:bodyPr/>
          <a:lstStyle/>
          <a:p>
            <a:fld id="{780F2533-275E-428B-B3B3-9CA4281B478F}" type="datetime1">
              <a:rPr lang="en-US" smtClean="0"/>
              <a:t>7/16/2026</a:t>
            </a:fld>
            <a:endParaRPr lang="en-US"/>
          </a:p>
        </p:txBody>
      </p:sp>
      <p:sp>
        <p:nvSpPr>
          <p:cNvPr id="9" name="Footer Placeholder 8">
            <a:extLst>
              <a:ext uri="{FF2B5EF4-FFF2-40B4-BE49-F238E27FC236}">
                <a16:creationId xmlns:a16="http://schemas.microsoft.com/office/drawing/2014/main" id="{3629164C-7394-4384-0A7C-69650CD6FEC6}"/>
              </a:ext>
            </a:extLst>
          </p:cNvPr>
          <p:cNvSpPr>
            <a:spLocks noGrp="1"/>
          </p:cNvSpPr>
          <p:nvPr>
            <p:ph type="ftr" sz="quarter" idx="11"/>
          </p:nvPr>
        </p:nvSpPr>
        <p:spPr/>
        <p:txBody>
          <a:bodyPr/>
          <a:lstStyle/>
          <a:p>
            <a:r>
              <a:rPr lang="en-US"/>
              <a:t>@copyright Hoang Bao Long</a:t>
            </a:r>
          </a:p>
        </p:txBody>
      </p:sp>
      <p:sp>
        <p:nvSpPr>
          <p:cNvPr id="11" name="Slide Number Placeholder 10">
            <a:extLst>
              <a:ext uri="{FF2B5EF4-FFF2-40B4-BE49-F238E27FC236}">
                <a16:creationId xmlns:a16="http://schemas.microsoft.com/office/drawing/2014/main" id="{F0859039-BE6E-D847-6AF4-B8A93A83C95C}"/>
              </a:ext>
            </a:extLst>
          </p:cNvPr>
          <p:cNvSpPr>
            <a:spLocks noGrp="1"/>
          </p:cNvSpPr>
          <p:nvPr>
            <p:ph type="sldNum" sz="quarter" idx="12"/>
          </p:nvPr>
        </p:nvSpPr>
        <p:spPr/>
        <p:txBody>
          <a:bodyPr/>
          <a:lstStyle/>
          <a:p>
            <a:fld id="{148CC95F-0247-41B6-91CF-DC97C76A7088}" type="slidenum">
              <a:rPr lang="en-US" smtClean="0"/>
              <a:t>13</a:t>
            </a:fld>
            <a:endParaRPr lang="en-US"/>
          </a:p>
        </p:txBody>
      </p:sp>
      <p:sp>
        <p:nvSpPr>
          <p:cNvPr id="3" name="Title 1">
            <a:extLst>
              <a:ext uri="{FF2B5EF4-FFF2-40B4-BE49-F238E27FC236}">
                <a16:creationId xmlns:a16="http://schemas.microsoft.com/office/drawing/2014/main" id="{EEAACAB3-8C7D-6737-5589-A2ECE58DD16A}"/>
              </a:ext>
            </a:extLst>
          </p:cNvPr>
          <p:cNvSpPr txBox="1">
            <a:spLocks/>
          </p:cNvSpPr>
          <p:nvPr/>
        </p:nvSpPr>
        <p:spPr>
          <a:xfrm>
            <a:off x="652270" y="1668587"/>
            <a:ext cx="11125202" cy="425190"/>
          </a:xfrm>
          <a:prstGeom prst="rect">
            <a:avLst/>
          </a:prstGeom>
        </p:spPr>
        <p:txBody>
          <a:bodyPr vert="horz" lIns="0" tIns="0" rIns="0" bIns="0" rtlCol="0" anchor="t">
            <a:noAutofit/>
          </a:bodyPr>
          <a:lstStyle>
            <a:lvl1pPr algn="l" defTabSz="914400" rtl="0" eaLnBrk="1" latinLnBrk="0" hangingPunct="1">
              <a:lnSpc>
                <a:spcPct val="100000"/>
              </a:lnSpc>
              <a:spcBef>
                <a:spcPct val="0"/>
              </a:spcBef>
              <a:buNone/>
              <a:defRPr sz="3200" b="0" kern="1200" spc="0" baseline="0">
                <a:solidFill>
                  <a:schemeClr val="tx1"/>
                </a:solidFill>
                <a:latin typeface="+mj-lt"/>
                <a:ea typeface="+mj-ea"/>
                <a:cs typeface="+mj-cs"/>
              </a:defRPr>
            </a:lvl1pPr>
          </a:lstStyle>
          <a:p>
            <a:r>
              <a:rPr lang="vi-VN" sz="2600" b="1" dirty="0"/>
              <a:t>1.4. APB Transfer – Write strobes</a:t>
            </a:r>
            <a:endParaRPr lang="en-US" sz="2600" b="1" dirty="0"/>
          </a:p>
        </p:txBody>
      </p:sp>
      <p:pic>
        <p:nvPicPr>
          <p:cNvPr id="4" name="Picture 3" descr="A black text on a white background&#10;&#10;AI-generated content may be incorrect.">
            <a:extLst>
              <a:ext uri="{FF2B5EF4-FFF2-40B4-BE49-F238E27FC236}">
                <a16:creationId xmlns:a16="http://schemas.microsoft.com/office/drawing/2014/main" id="{E794D19D-B4A8-680E-3115-E96B62B4353D}"/>
              </a:ext>
            </a:extLst>
          </p:cNvPr>
          <p:cNvPicPr>
            <a:picLocks noChangeAspect="1"/>
          </p:cNvPicPr>
          <p:nvPr/>
        </p:nvPicPr>
        <p:blipFill>
          <a:blip r:embed="rId2"/>
          <a:stretch>
            <a:fillRect/>
          </a:stretch>
        </p:blipFill>
        <p:spPr>
          <a:xfrm>
            <a:off x="2258704" y="4314806"/>
            <a:ext cx="7499334" cy="1275103"/>
          </a:xfrm>
          <a:prstGeom prst="rect">
            <a:avLst/>
          </a:prstGeom>
        </p:spPr>
      </p:pic>
      <p:sp>
        <p:nvSpPr>
          <p:cNvPr id="5" name="TextBox 4">
            <a:extLst>
              <a:ext uri="{FF2B5EF4-FFF2-40B4-BE49-F238E27FC236}">
                <a16:creationId xmlns:a16="http://schemas.microsoft.com/office/drawing/2014/main" id="{27E478E8-A2E9-90B6-2813-C5F56986B353}"/>
              </a:ext>
            </a:extLst>
          </p:cNvPr>
          <p:cNvSpPr txBox="1"/>
          <p:nvPr/>
        </p:nvSpPr>
        <p:spPr>
          <a:xfrm>
            <a:off x="521208" y="2554546"/>
            <a:ext cx="11123422" cy="1477328"/>
          </a:xfrm>
          <a:prstGeom prst="rect">
            <a:avLst/>
          </a:prstGeom>
          <a:noFill/>
        </p:spPr>
        <p:txBody>
          <a:bodyPr wrap="square">
            <a:spAutoFit/>
          </a:bodyPr>
          <a:lstStyle/>
          <a:p>
            <a:pPr marL="285750" indent="-285750">
              <a:buFont typeface="Arial" panose="020B0604020202020204" pitchFamily="34" charset="0"/>
              <a:buChar char="•"/>
            </a:pPr>
            <a:r>
              <a:rPr lang="en-US" b="1"/>
              <a:t>PSTRB</a:t>
            </a:r>
            <a:r>
              <a:rPr lang="en-US"/>
              <a:t> enables sparse data transfer on the write data bus. Each </a:t>
            </a:r>
            <a:r>
              <a:rPr lang="en-US" b="1"/>
              <a:t>PSTRB</a:t>
            </a:r>
            <a:r>
              <a:rPr lang="en-US"/>
              <a:t> corresponds to 1 byte of the write data bus. When asserted HIGH, </a:t>
            </a:r>
            <a:r>
              <a:rPr lang="en-US" b="1"/>
              <a:t>PSTRB</a:t>
            </a:r>
            <a:r>
              <a:rPr lang="en-US"/>
              <a:t> indicates that the corresponding byte lane of the write data bus contains valid information. </a:t>
            </a:r>
          </a:p>
          <a:p>
            <a:pPr marL="285750" indent="-285750">
              <a:buFont typeface="Arial" panose="020B0604020202020204" pitchFamily="34" charset="0"/>
              <a:buChar char="•"/>
            </a:pPr>
            <a:r>
              <a:rPr lang="en-US"/>
              <a:t>There is one write strobe for each 8 bits of the write data bus, so </a:t>
            </a:r>
            <a:r>
              <a:rPr lang="en-US" b="1"/>
              <a:t>PSTRB[n]</a:t>
            </a:r>
            <a:r>
              <a:rPr lang="en-US"/>
              <a:t> corresponds to </a:t>
            </a:r>
            <a:r>
              <a:rPr lang="en-US" b="1"/>
              <a:t>PWDATA[(8n + 7):(8n)]. </a:t>
            </a:r>
          </a:p>
        </p:txBody>
      </p:sp>
    </p:spTree>
    <p:extLst>
      <p:ext uri="{BB962C8B-B14F-4D97-AF65-F5344CB8AC3E}">
        <p14:creationId xmlns:p14="http://schemas.microsoft.com/office/powerpoint/2010/main" val="116414868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3C4161-D634-32B2-300C-B2BC0CF8353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1936BB8-E757-23C1-09D3-6F645993148A}"/>
              </a:ext>
            </a:extLst>
          </p:cNvPr>
          <p:cNvSpPr>
            <a:spLocks noGrp="1"/>
          </p:cNvSpPr>
          <p:nvPr>
            <p:ph type="title"/>
          </p:nvPr>
        </p:nvSpPr>
        <p:spPr>
          <a:xfrm>
            <a:off x="521208" y="978408"/>
            <a:ext cx="11155680" cy="585216"/>
          </a:xfrm>
        </p:spPr>
        <p:txBody>
          <a:bodyPr>
            <a:normAutofit fontScale="90000"/>
          </a:bodyPr>
          <a:lstStyle/>
          <a:p>
            <a:r>
              <a:rPr lang="en-US"/>
              <a:t>1. Specifications</a:t>
            </a:r>
          </a:p>
        </p:txBody>
      </p:sp>
      <p:sp>
        <p:nvSpPr>
          <p:cNvPr id="8" name="Date Placeholder 7">
            <a:extLst>
              <a:ext uri="{FF2B5EF4-FFF2-40B4-BE49-F238E27FC236}">
                <a16:creationId xmlns:a16="http://schemas.microsoft.com/office/drawing/2014/main" id="{95CC726B-8AB6-8B89-131D-4FC692817653}"/>
              </a:ext>
            </a:extLst>
          </p:cNvPr>
          <p:cNvSpPr>
            <a:spLocks noGrp="1"/>
          </p:cNvSpPr>
          <p:nvPr>
            <p:ph type="dt" sz="half" idx="10"/>
          </p:nvPr>
        </p:nvSpPr>
        <p:spPr/>
        <p:txBody>
          <a:bodyPr/>
          <a:lstStyle/>
          <a:p>
            <a:fld id="{780F2533-275E-428B-B3B3-9CA4281B478F}" type="datetime1">
              <a:rPr lang="en-US" smtClean="0"/>
              <a:t>7/16/2026</a:t>
            </a:fld>
            <a:endParaRPr lang="en-US"/>
          </a:p>
        </p:txBody>
      </p:sp>
      <p:sp>
        <p:nvSpPr>
          <p:cNvPr id="9" name="Footer Placeholder 8">
            <a:extLst>
              <a:ext uri="{FF2B5EF4-FFF2-40B4-BE49-F238E27FC236}">
                <a16:creationId xmlns:a16="http://schemas.microsoft.com/office/drawing/2014/main" id="{B1B0EF94-5D7C-1637-40AE-5FD0900BC4F0}"/>
              </a:ext>
            </a:extLst>
          </p:cNvPr>
          <p:cNvSpPr>
            <a:spLocks noGrp="1"/>
          </p:cNvSpPr>
          <p:nvPr>
            <p:ph type="ftr" sz="quarter" idx="11"/>
          </p:nvPr>
        </p:nvSpPr>
        <p:spPr/>
        <p:txBody>
          <a:bodyPr/>
          <a:lstStyle/>
          <a:p>
            <a:r>
              <a:rPr lang="en-US"/>
              <a:t>@copyright Hoang Bao Long</a:t>
            </a:r>
          </a:p>
        </p:txBody>
      </p:sp>
      <p:sp>
        <p:nvSpPr>
          <p:cNvPr id="11" name="Slide Number Placeholder 10">
            <a:extLst>
              <a:ext uri="{FF2B5EF4-FFF2-40B4-BE49-F238E27FC236}">
                <a16:creationId xmlns:a16="http://schemas.microsoft.com/office/drawing/2014/main" id="{28B69800-7D8B-CA84-EC5B-D89BF3439294}"/>
              </a:ext>
            </a:extLst>
          </p:cNvPr>
          <p:cNvSpPr>
            <a:spLocks noGrp="1"/>
          </p:cNvSpPr>
          <p:nvPr>
            <p:ph type="sldNum" sz="quarter" idx="12"/>
          </p:nvPr>
        </p:nvSpPr>
        <p:spPr/>
        <p:txBody>
          <a:bodyPr/>
          <a:lstStyle/>
          <a:p>
            <a:fld id="{148CC95F-0247-41B6-91CF-DC97C76A7088}" type="slidenum">
              <a:rPr lang="en-US" smtClean="0"/>
              <a:t>14</a:t>
            </a:fld>
            <a:endParaRPr lang="en-US"/>
          </a:p>
        </p:txBody>
      </p:sp>
      <p:sp>
        <p:nvSpPr>
          <p:cNvPr id="3" name="Title 1">
            <a:extLst>
              <a:ext uri="{FF2B5EF4-FFF2-40B4-BE49-F238E27FC236}">
                <a16:creationId xmlns:a16="http://schemas.microsoft.com/office/drawing/2014/main" id="{697BD740-CCD4-DD08-E9A2-44F903BF3865}"/>
              </a:ext>
            </a:extLst>
          </p:cNvPr>
          <p:cNvSpPr txBox="1">
            <a:spLocks/>
          </p:cNvSpPr>
          <p:nvPr/>
        </p:nvSpPr>
        <p:spPr>
          <a:xfrm>
            <a:off x="652270" y="1668587"/>
            <a:ext cx="11125202" cy="425190"/>
          </a:xfrm>
          <a:prstGeom prst="rect">
            <a:avLst/>
          </a:prstGeom>
        </p:spPr>
        <p:txBody>
          <a:bodyPr vert="horz" lIns="0" tIns="0" rIns="0" bIns="0" rtlCol="0" anchor="t">
            <a:noAutofit/>
          </a:bodyPr>
          <a:lstStyle>
            <a:lvl1pPr algn="l" defTabSz="914400" rtl="0" eaLnBrk="1" latinLnBrk="0" hangingPunct="1">
              <a:lnSpc>
                <a:spcPct val="100000"/>
              </a:lnSpc>
              <a:spcBef>
                <a:spcPct val="0"/>
              </a:spcBef>
              <a:buNone/>
              <a:defRPr sz="3200" b="0" kern="1200" spc="0" baseline="0">
                <a:solidFill>
                  <a:schemeClr val="tx1"/>
                </a:solidFill>
                <a:latin typeface="+mj-lt"/>
                <a:ea typeface="+mj-ea"/>
                <a:cs typeface="+mj-cs"/>
              </a:defRPr>
            </a:lvl1pPr>
          </a:lstStyle>
          <a:p>
            <a:r>
              <a:rPr lang="vi-VN" sz="2600" b="1" dirty="0"/>
              <a:t>1.4. APB Transfer – Write strobes</a:t>
            </a:r>
            <a:endParaRPr lang="en-US" sz="2600" b="1" dirty="0"/>
          </a:p>
        </p:txBody>
      </p:sp>
      <p:sp>
        <p:nvSpPr>
          <p:cNvPr id="4" name="TextBox 3">
            <a:extLst>
              <a:ext uri="{FF2B5EF4-FFF2-40B4-BE49-F238E27FC236}">
                <a16:creationId xmlns:a16="http://schemas.microsoft.com/office/drawing/2014/main" id="{3170F0F2-DE77-FFD3-2109-581911375FD6}"/>
              </a:ext>
            </a:extLst>
          </p:cNvPr>
          <p:cNvSpPr txBox="1"/>
          <p:nvPr/>
        </p:nvSpPr>
        <p:spPr>
          <a:xfrm>
            <a:off x="521208" y="2523799"/>
            <a:ext cx="10896600" cy="923330"/>
          </a:xfrm>
          <a:prstGeom prst="rect">
            <a:avLst/>
          </a:prstGeom>
          <a:noFill/>
        </p:spPr>
        <p:txBody>
          <a:bodyPr wrap="square">
            <a:spAutoFit/>
          </a:bodyPr>
          <a:lstStyle/>
          <a:p>
            <a:r>
              <a:rPr lang="en-US" b="1"/>
              <a:t>PSTRB</a:t>
            </a:r>
            <a:r>
              <a:rPr lang="en-US"/>
              <a:t> is an optional signal. An APB peripheral might support a limited set of access types, which must be documented for the programmer. This means that all combinations of </a:t>
            </a:r>
            <a:r>
              <a:rPr lang="en-US" b="1"/>
              <a:t>PSTRB</a:t>
            </a:r>
            <a:r>
              <a:rPr lang="en-US"/>
              <a:t> presence might be compatible, if this document states that sparse writes are not supported.</a:t>
            </a:r>
          </a:p>
        </p:txBody>
      </p:sp>
      <p:graphicFrame>
        <p:nvGraphicFramePr>
          <p:cNvPr id="5" name="Table 4">
            <a:extLst>
              <a:ext uri="{FF2B5EF4-FFF2-40B4-BE49-F238E27FC236}">
                <a16:creationId xmlns:a16="http://schemas.microsoft.com/office/drawing/2014/main" id="{23E5983A-0F91-DA4E-7F89-AEA3058CBBF5}"/>
              </a:ext>
            </a:extLst>
          </p:cNvPr>
          <p:cNvGraphicFramePr>
            <a:graphicFrameLocks noGrp="1"/>
          </p:cNvGraphicFramePr>
          <p:nvPr>
            <p:extLst>
              <p:ext uri="{D42A27DB-BD31-4B8C-83A1-F6EECF244321}">
                <p14:modId xmlns:p14="http://schemas.microsoft.com/office/powerpoint/2010/main" val="3472266709"/>
              </p:ext>
            </p:extLst>
          </p:nvPr>
        </p:nvGraphicFramePr>
        <p:xfrm>
          <a:off x="1577402" y="3755844"/>
          <a:ext cx="9165083" cy="1772920"/>
        </p:xfrm>
        <a:graphic>
          <a:graphicData uri="http://schemas.openxmlformats.org/drawingml/2006/table">
            <a:tbl>
              <a:tblPr firstRow="1" bandRow="1">
                <a:tableStyleId>{073A0DAA-6AF3-43AB-8588-CEC1D06C72B9}</a:tableStyleId>
              </a:tblPr>
              <a:tblGrid>
                <a:gridCol w="1990045">
                  <a:extLst>
                    <a:ext uri="{9D8B030D-6E8A-4147-A177-3AD203B41FA5}">
                      <a16:colId xmlns:a16="http://schemas.microsoft.com/office/drawing/2014/main" val="1108912286"/>
                    </a:ext>
                  </a:extLst>
                </a:gridCol>
                <a:gridCol w="3445597">
                  <a:extLst>
                    <a:ext uri="{9D8B030D-6E8A-4147-A177-3AD203B41FA5}">
                      <a16:colId xmlns:a16="http://schemas.microsoft.com/office/drawing/2014/main" val="2272246613"/>
                    </a:ext>
                  </a:extLst>
                </a:gridCol>
                <a:gridCol w="3729441">
                  <a:extLst>
                    <a:ext uri="{9D8B030D-6E8A-4147-A177-3AD203B41FA5}">
                      <a16:colId xmlns:a16="http://schemas.microsoft.com/office/drawing/2014/main" val="10821907"/>
                    </a:ext>
                  </a:extLst>
                </a:gridCol>
              </a:tblGrid>
              <a:tr h="370840">
                <a:tc>
                  <a:txBody>
                    <a:bodyPr/>
                    <a:lstStyle/>
                    <a:p>
                      <a:pPr algn="ctr"/>
                      <a:r>
                        <a:rPr lang="en-US" sz="1600">
                          <a:solidFill>
                            <a:schemeClr val="bg1"/>
                          </a:solidFill>
                        </a:rPr>
                        <a:t>PSTRB</a:t>
                      </a:r>
                      <a:endParaRPr lang="en-US" sz="1600">
                        <a:solidFill>
                          <a:schemeClr val="bg1"/>
                        </a:solidFill>
                        <a:latin typeface="Arial" panose="020B0604020202020204" pitchFamily="34" charset="0"/>
                        <a:cs typeface="Arial" panose="020B0604020202020204" pitchFamily="34" charset="0"/>
                      </a:endParaRPr>
                    </a:p>
                  </a:txBody>
                  <a:tcPr/>
                </a:tc>
                <a:tc>
                  <a:txBody>
                    <a:bodyPr/>
                    <a:lstStyle/>
                    <a:p>
                      <a:pPr algn="ctr"/>
                      <a:r>
                        <a:rPr lang="en-US" sz="1600"/>
                        <a:t>Completer: signal not present</a:t>
                      </a:r>
                      <a:endParaRPr lang="en-US" sz="1600">
                        <a:solidFill>
                          <a:schemeClr val="bg1"/>
                        </a:solidFill>
                        <a:latin typeface="Arial" panose="020B0604020202020204" pitchFamily="34" charset="0"/>
                        <a:cs typeface="Arial" panose="020B0604020202020204" pitchFamily="34" charset="0"/>
                      </a:endParaRPr>
                    </a:p>
                  </a:txBody>
                  <a:tcPr/>
                </a:tc>
                <a:tc>
                  <a:txBody>
                    <a:bodyPr/>
                    <a:lstStyle/>
                    <a:p>
                      <a:pPr algn="ctr"/>
                      <a:r>
                        <a:rPr lang="en-US" sz="1600" dirty="0"/>
                        <a:t>Completer: signal present</a:t>
                      </a:r>
                      <a:endParaRPr lang="en-US" sz="1600" dirty="0">
                        <a:solidFill>
                          <a:schemeClr val="bg1"/>
                        </a:solidFill>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3816104531"/>
                  </a:ext>
                </a:extLst>
              </a:tr>
              <a:tr h="370840">
                <a:tc>
                  <a:txBody>
                    <a:bodyPr/>
                    <a:lstStyle/>
                    <a:p>
                      <a:pPr algn="l"/>
                      <a:r>
                        <a:rPr lang="en-US" sz="1600"/>
                        <a:t>Requester: signal not present</a:t>
                      </a:r>
                      <a:endParaRPr lang="en-US" sz="1600">
                        <a:latin typeface="Arial" panose="020B0604020202020204" pitchFamily="34" charset="0"/>
                        <a:cs typeface="Arial" panose="020B060402020202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a:t>Compatible. Sparse writes are not supported. </a:t>
                      </a:r>
                      <a:endParaRPr lang="en-IN" sz="1600" dirty="0">
                        <a:solidFill>
                          <a:schemeClr val="tx1"/>
                        </a:solidFill>
                        <a:latin typeface="Arial" panose="020B0604020202020204" pitchFamily="34" charset="0"/>
                        <a:cs typeface="Arial" panose="020B0604020202020204" pitchFamily="34" charset="0"/>
                      </a:endParaRPr>
                    </a:p>
                  </a:txBody>
                  <a:tcPr/>
                </a:tc>
                <a:tc>
                  <a:txBody>
                    <a:bodyPr/>
                    <a:lstStyle/>
                    <a:p>
                      <a:pPr algn="l"/>
                      <a:r>
                        <a:rPr lang="en-US" sz="1600"/>
                        <a:t>Compatible. All write data byte lanes are valid for a write. Tie the PSTRB inputs to the PWRITE output from the Requester.</a:t>
                      </a:r>
                      <a:endParaRPr lang="en-US" sz="160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4131091150"/>
                  </a:ext>
                </a:extLst>
              </a:tr>
              <a:tr h="370840">
                <a:tc>
                  <a:txBody>
                    <a:bodyPr/>
                    <a:lstStyle/>
                    <a:p>
                      <a:pPr algn="l"/>
                      <a:r>
                        <a:rPr lang="en-US" sz="1600"/>
                        <a:t>Requester: signal present</a:t>
                      </a:r>
                      <a:endParaRPr lang="en-IN" sz="1600" dirty="0">
                        <a:solidFill>
                          <a:schemeClr val="tx1"/>
                        </a:solidFill>
                        <a:latin typeface="Arial" panose="020B0604020202020204" pitchFamily="34" charset="0"/>
                        <a:cs typeface="Arial" panose="020B060402020202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a:t>Compatible. Sparse writes are not supported. </a:t>
                      </a:r>
                      <a:endParaRPr lang="en-IN" sz="1600">
                        <a:solidFill>
                          <a:schemeClr val="tx1"/>
                        </a:solidFill>
                        <a:latin typeface="Arial" panose="020B0604020202020204" pitchFamily="34" charset="0"/>
                        <a:cs typeface="Arial" panose="020B0604020202020204" pitchFamily="34" charset="0"/>
                      </a:endParaRPr>
                    </a:p>
                  </a:txBody>
                  <a:tcPr/>
                </a:tc>
                <a:tc>
                  <a:txBody>
                    <a:bodyPr/>
                    <a:lstStyle/>
                    <a:p>
                      <a:pPr algn="l"/>
                      <a:r>
                        <a:rPr lang="en-US" sz="1600" dirty="0"/>
                        <a:t>Compatible.</a:t>
                      </a:r>
                      <a:endParaRPr lang="en-IN" sz="1600" dirty="0">
                        <a:solidFill>
                          <a:schemeClr val="tx1"/>
                        </a:solidFill>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2693422610"/>
                  </a:ext>
                </a:extLst>
              </a:tr>
            </a:tbl>
          </a:graphicData>
        </a:graphic>
      </p:graphicFrame>
    </p:spTree>
    <p:extLst>
      <p:ext uri="{BB962C8B-B14F-4D97-AF65-F5344CB8AC3E}">
        <p14:creationId xmlns:p14="http://schemas.microsoft.com/office/powerpoint/2010/main" val="249772442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55F7EE-4CA9-38F6-1192-A8FAEECE9BD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06F4277-25EC-DB85-604D-3BCD53A680E3}"/>
              </a:ext>
            </a:extLst>
          </p:cNvPr>
          <p:cNvSpPr>
            <a:spLocks noGrp="1"/>
          </p:cNvSpPr>
          <p:nvPr>
            <p:ph type="title"/>
          </p:nvPr>
        </p:nvSpPr>
        <p:spPr>
          <a:xfrm>
            <a:off x="521208" y="978408"/>
            <a:ext cx="11155680" cy="585216"/>
          </a:xfrm>
        </p:spPr>
        <p:txBody>
          <a:bodyPr>
            <a:normAutofit fontScale="90000"/>
          </a:bodyPr>
          <a:lstStyle/>
          <a:p>
            <a:r>
              <a:rPr lang="en-US"/>
              <a:t>1. Specifications</a:t>
            </a:r>
          </a:p>
        </p:txBody>
      </p:sp>
      <p:sp>
        <p:nvSpPr>
          <p:cNvPr id="8" name="Date Placeholder 7">
            <a:extLst>
              <a:ext uri="{FF2B5EF4-FFF2-40B4-BE49-F238E27FC236}">
                <a16:creationId xmlns:a16="http://schemas.microsoft.com/office/drawing/2014/main" id="{4DC8A698-99DC-6986-343D-9269D0BF8DC0}"/>
              </a:ext>
            </a:extLst>
          </p:cNvPr>
          <p:cNvSpPr>
            <a:spLocks noGrp="1"/>
          </p:cNvSpPr>
          <p:nvPr>
            <p:ph type="dt" sz="half" idx="10"/>
          </p:nvPr>
        </p:nvSpPr>
        <p:spPr/>
        <p:txBody>
          <a:bodyPr/>
          <a:lstStyle/>
          <a:p>
            <a:fld id="{780F2533-275E-428B-B3B3-9CA4281B478F}" type="datetime1">
              <a:rPr lang="en-US" smtClean="0"/>
              <a:t>7/16/2026</a:t>
            </a:fld>
            <a:endParaRPr lang="en-US"/>
          </a:p>
        </p:txBody>
      </p:sp>
      <p:sp>
        <p:nvSpPr>
          <p:cNvPr id="9" name="Footer Placeholder 8">
            <a:extLst>
              <a:ext uri="{FF2B5EF4-FFF2-40B4-BE49-F238E27FC236}">
                <a16:creationId xmlns:a16="http://schemas.microsoft.com/office/drawing/2014/main" id="{780D44BF-9F5C-34D2-B983-FFFD4157F372}"/>
              </a:ext>
            </a:extLst>
          </p:cNvPr>
          <p:cNvSpPr>
            <a:spLocks noGrp="1"/>
          </p:cNvSpPr>
          <p:nvPr>
            <p:ph type="ftr" sz="quarter" idx="11"/>
          </p:nvPr>
        </p:nvSpPr>
        <p:spPr/>
        <p:txBody>
          <a:bodyPr/>
          <a:lstStyle/>
          <a:p>
            <a:r>
              <a:rPr lang="en-US"/>
              <a:t>@copyright Hoang Bao Long</a:t>
            </a:r>
          </a:p>
        </p:txBody>
      </p:sp>
      <p:sp>
        <p:nvSpPr>
          <p:cNvPr id="11" name="Slide Number Placeholder 10">
            <a:extLst>
              <a:ext uri="{FF2B5EF4-FFF2-40B4-BE49-F238E27FC236}">
                <a16:creationId xmlns:a16="http://schemas.microsoft.com/office/drawing/2014/main" id="{E0C6815E-14D7-AC73-B998-03863D2E589A}"/>
              </a:ext>
            </a:extLst>
          </p:cNvPr>
          <p:cNvSpPr>
            <a:spLocks noGrp="1"/>
          </p:cNvSpPr>
          <p:nvPr>
            <p:ph type="sldNum" sz="quarter" idx="12"/>
          </p:nvPr>
        </p:nvSpPr>
        <p:spPr/>
        <p:txBody>
          <a:bodyPr/>
          <a:lstStyle/>
          <a:p>
            <a:fld id="{148CC95F-0247-41B6-91CF-DC97C76A7088}" type="slidenum">
              <a:rPr lang="en-US" smtClean="0"/>
              <a:t>15</a:t>
            </a:fld>
            <a:endParaRPr lang="en-US"/>
          </a:p>
        </p:txBody>
      </p:sp>
      <p:sp>
        <p:nvSpPr>
          <p:cNvPr id="3" name="Title 1">
            <a:extLst>
              <a:ext uri="{FF2B5EF4-FFF2-40B4-BE49-F238E27FC236}">
                <a16:creationId xmlns:a16="http://schemas.microsoft.com/office/drawing/2014/main" id="{88A4AB16-F027-822A-BB18-73052AA27270}"/>
              </a:ext>
            </a:extLst>
          </p:cNvPr>
          <p:cNvSpPr txBox="1">
            <a:spLocks/>
          </p:cNvSpPr>
          <p:nvPr/>
        </p:nvSpPr>
        <p:spPr>
          <a:xfrm>
            <a:off x="652270" y="1668587"/>
            <a:ext cx="11125202" cy="425190"/>
          </a:xfrm>
          <a:prstGeom prst="rect">
            <a:avLst/>
          </a:prstGeom>
        </p:spPr>
        <p:txBody>
          <a:bodyPr vert="horz" lIns="0" tIns="0" rIns="0" bIns="0" rtlCol="0" anchor="t">
            <a:noAutofit/>
          </a:bodyPr>
          <a:lstStyle>
            <a:lvl1pPr algn="l" defTabSz="914400" rtl="0" eaLnBrk="1" latinLnBrk="0" hangingPunct="1">
              <a:lnSpc>
                <a:spcPct val="100000"/>
              </a:lnSpc>
              <a:spcBef>
                <a:spcPct val="0"/>
              </a:spcBef>
              <a:buNone/>
              <a:defRPr sz="3200" b="0" kern="1200" spc="0" baseline="0">
                <a:solidFill>
                  <a:schemeClr val="tx1"/>
                </a:solidFill>
                <a:latin typeface="+mj-lt"/>
                <a:ea typeface="+mj-ea"/>
                <a:cs typeface="+mj-cs"/>
              </a:defRPr>
            </a:lvl1pPr>
          </a:lstStyle>
          <a:p>
            <a:r>
              <a:rPr lang="vi-VN" sz="2600" b="1" dirty="0"/>
              <a:t>1.4. APB Transfer – Read Transfers (without wait state)</a:t>
            </a:r>
            <a:endParaRPr lang="en-US" sz="2600" b="1" dirty="0"/>
          </a:p>
        </p:txBody>
      </p:sp>
      <p:pic>
        <p:nvPicPr>
          <p:cNvPr id="4" name="Picture 3" descr="A diagram of a diagram&#10;&#10;AI-generated content may be incorrect.">
            <a:extLst>
              <a:ext uri="{FF2B5EF4-FFF2-40B4-BE49-F238E27FC236}">
                <a16:creationId xmlns:a16="http://schemas.microsoft.com/office/drawing/2014/main" id="{35665826-965C-03FE-A884-08CFB7D5D564}"/>
              </a:ext>
            </a:extLst>
          </p:cNvPr>
          <p:cNvPicPr>
            <a:picLocks noChangeAspect="1"/>
          </p:cNvPicPr>
          <p:nvPr/>
        </p:nvPicPr>
        <p:blipFill>
          <a:blip r:embed="rId2"/>
          <a:stretch>
            <a:fillRect/>
          </a:stretch>
        </p:blipFill>
        <p:spPr>
          <a:xfrm>
            <a:off x="6255195" y="2320701"/>
            <a:ext cx="5758493" cy="3531451"/>
          </a:xfrm>
          <a:prstGeom prst="rect">
            <a:avLst/>
          </a:prstGeom>
        </p:spPr>
      </p:pic>
      <p:sp>
        <p:nvSpPr>
          <p:cNvPr id="5" name="TextBox 4">
            <a:extLst>
              <a:ext uri="{FF2B5EF4-FFF2-40B4-BE49-F238E27FC236}">
                <a16:creationId xmlns:a16="http://schemas.microsoft.com/office/drawing/2014/main" id="{A981EE08-D8EA-3DCC-17F6-09612C68E682}"/>
              </a:ext>
            </a:extLst>
          </p:cNvPr>
          <p:cNvSpPr txBox="1"/>
          <p:nvPr/>
        </p:nvSpPr>
        <p:spPr>
          <a:xfrm>
            <a:off x="521208" y="2498844"/>
            <a:ext cx="6094476" cy="3693319"/>
          </a:xfrm>
          <a:prstGeom prst="rect">
            <a:avLst/>
          </a:prstGeom>
          <a:noFill/>
        </p:spPr>
        <p:txBody>
          <a:bodyPr wrap="square">
            <a:spAutoFit/>
          </a:bodyPr>
          <a:lstStyle/>
          <a:p>
            <a:pPr algn="l">
              <a:buFont typeface="Arial" panose="020B0604020202020204" pitchFamily="34" charset="0"/>
              <a:buChar char="•"/>
            </a:pPr>
            <a:r>
              <a:rPr lang="en-US" b="0" i="0">
                <a:solidFill>
                  <a:srgbClr val="222222"/>
                </a:solidFill>
                <a:effectLst/>
                <a:latin typeface="Arial" panose="020B0604020202020204" pitchFamily="34" charset="0"/>
                <a:cs typeface="Arial" panose="020B0604020202020204" pitchFamily="34" charset="0"/>
              </a:rPr>
              <a:t>At T1, a READ transfer with address </a:t>
            </a:r>
            <a:r>
              <a:rPr lang="en-US" b="1" i="0">
                <a:solidFill>
                  <a:srgbClr val="222222"/>
                </a:solidFill>
                <a:effectLst/>
                <a:latin typeface="Arial" panose="020B0604020202020204" pitchFamily="34" charset="0"/>
                <a:cs typeface="Arial" panose="020B0604020202020204" pitchFamily="34" charset="0"/>
              </a:rPr>
              <a:t>PADDR, PWRITE </a:t>
            </a:r>
            <a:r>
              <a:rPr lang="en-US" b="0" i="0">
                <a:solidFill>
                  <a:srgbClr val="222222"/>
                </a:solidFill>
                <a:effectLst/>
                <a:latin typeface="Arial" panose="020B0604020202020204" pitchFamily="34" charset="0"/>
                <a:cs typeface="Arial" panose="020B0604020202020204" pitchFamily="34" charset="0"/>
              </a:rPr>
              <a:t>and </a:t>
            </a:r>
            <a:r>
              <a:rPr lang="en-US" b="1" i="0">
                <a:solidFill>
                  <a:srgbClr val="222222"/>
                </a:solidFill>
                <a:effectLst/>
                <a:latin typeface="Arial" panose="020B0604020202020204" pitchFamily="34" charset="0"/>
                <a:cs typeface="Arial" panose="020B0604020202020204" pitchFamily="34" charset="0"/>
              </a:rPr>
              <a:t>PSEL</a:t>
            </a:r>
            <a:r>
              <a:rPr lang="en-US" b="0" i="0">
                <a:solidFill>
                  <a:srgbClr val="222222"/>
                </a:solidFill>
                <a:effectLst/>
                <a:latin typeface="Arial" panose="020B0604020202020204" pitchFamily="34" charset="0"/>
                <a:cs typeface="Arial" panose="020B0604020202020204" pitchFamily="34" charset="0"/>
              </a:rPr>
              <a:t> starts.</a:t>
            </a:r>
          </a:p>
          <a:p>
            <a:pPr algn="l">
              <a:buFont typeface="Arial" panose="020B0604020202020204" pitchFamily="34" charset="0"/>
              <a:buChar char="•"/>
            </a:pPr>
            <a:r>
              <a:rPr lang="en-US" b="0" i="0">
                <a:solidFill>
                  <a:srgbClr val="222222"/>
                </a:solidFill>
                <a:effectLst/>
                <a:latin typeface="Arial" panose="020B0604020202020204" pitchFamily="34" charset="0"/>
                <a:cs typeface="Arial" panose="020B0604020202020204" pitchFamily="34" charset="0"/>
              </a:rPr>
              <a:t>They will be registered at rising edge of </a:t>
            </a:r>
            <a:r>
              <a:rPr lang="en-US" b="1" i="0">
                <a:solidFill>
                  <a:srgbClr val="222222"/>
                </a:solidFill>
                <a:effectLst/>
                <a:latin typeface="Arial" panose="020B0604020202020204" pitchFamily="34" charset="0"/>
                <a:cs typeface="Arial" panose="020B0604020202020204" pitchFamily="34" charset="0"/>
              </a:rPr>
              <a:t>PCLK</a:t>
            </a:r>
            <a:r>
              <a:rPr lang="en-US" b="0" i="0">
                <a:solidFill>
                  <a:srgbClr val="222222"/>
                </a:solidFill>
                <a:effectLst/>
                <a:latin typeface="Arial" panose="020B0604020202020204" pitchFamily="34" charset="0"/>
                <a:cs typeface="Arial" panose="020B0604020202020204" pitchFamily="34" charset="0"/>
              </a:rPr>
              <a:t>.</a:t>
            </a:r>
          </a:p>
          <a:p>
            <a:pPr algn="l">
              <a:buFont typeface="Arial" panose="020B0604020202020204" pitchFamily="34" charset="0"/>
              <a:buChar char="•"/>
            </a:pPr>
            <a:r>
              <a:rPr lang="en-US" b="0" i="0">
                <a:solidFill>
                  <a:srgbClr val="222222"/>
                </a:solidFill>
                <a:effectLst/>
                <a:latin typeface="Arial" panose="020B0604020202020204" pitchFamily="34" charset="0"/>
                <a:cs typeface="Arial" panose="020B0604020202020204" pitchFamily="34" charset="0"/>
              </a:rPr>
              <a:t>This is SETUP Phase of the transfer.</a:t>
            </a:r>
          </a:p>
          <a:p>
            <a:pPr algn="l">
              <a:buFont typeface="Arial" panose="020B0604020202020204" pitchFamily="34" charset="0"/>
              <a:buChar char="•"/>
            </a:pPr>
            <a:r>
              <a:rPr lang="en-US" b="0" i="0">
                <a:solidFill>
                  <a:srgbClr val="222222"/>
                </a:solidFill>
                <a:effectLst/>
                <a:latin typeface="Arial" panose="020B0604020202020204" pitchFamily="34" charset="0"/>
                <a:cs typeface="Arial" panose="020B0604020202020204" pitchFamily="34" charset="0"/>
              </a:rPr>
              <a:t>After T2, </a:t>
            </a:r>
            <a:r>
              <a:rPr lang="en-US" b="1" i="0">
                <a:solidFill>
                  <a:srgbClr val="222222"/>
                </a:solidFill>
                <a:effectLst/>
                <a:latin typeface="Arial" panose="020B0604020202020204" pitchFamily="34" charset="0"/>
                <a:cs typeface="Arial" panose="020B0604020202020204" pitchFamily="34" charset="0"/>
              </a:rPr>
              <a:t>PENABLE and PREADY </a:t>
            </a:r>
            <a:r>
              <a:rPr lang="en-US" b="0" i="0">
                <a:solidFill>
                  <a:srgbClr val="222222"/>
                </a:solidFill>
                <a:effectLst/>
                <a:latin typeface="Arial" panose="020B0604020202020204" pitchFamily="34" charset="0"/>
                <a:cs typeface="Arial" panose="020B0604020202020204" pitchFamily="34" charset="0"/>
              </a:rPr>
              <a:t>are registered at the rising edge of </a:t>
            </a:r>
            <a:r>
              <a:rPr lang="en-US" b="1" i="0">
                <a:solidFill>
                  <a:srgbClr val="222222"/>
                </a:solidFill>
                <a:effectLst/>
                <a:latin typeface="Arial" panose="020B0604020202020204" pitchFamily="34" charset="0"/>
                <a:cs typeface="Arial" panose="020B0604020202020204" pitchFamily="34" charset="0"/>
              </a:rPr>
              <a:t>PCLK</a:t>
            </a:r>
            <a:r>
              <a:rPr lang="en-US" b="0" i="0">
                <a:solidFill>
                  <a:srgbClr val="222222"/>
                </a:solidFill>
                <a:effectLst/>
                <a:latin typeface="Arial" panose="020B0604020202020204" pitchFamily="34" charset="0"/>
                <a:cs typeface="Arial" panose="020B0604020202020204" pitchFamily="34" charset="0"/>
              </a:rPr>
              <a:t>.</a:t>
            </a:r>
          </a:p>
          <a:p>
            <a:pPr algn="l">
              <a:buFont typeface="Arial" panose="020B0604020202020204" pitchFamily="34" charset="0"/>
              <a:buChar char="•"/>
            </a:pPr>
            <a:r>
              <a:rPr lang="en-US" b="0" i="0">
                <a:solidFill>
                  <a:srgbClr val="222222"/>
                </a:solidFill>
                <a:effectLst/>
                <a:latin typeface="Arial" panose="020B0604020202020204" pitchFamily="34" charset="0"/>
                <a:cs typeface="Arial" panose="020B0604020202020204" pitchFamily="34" charset="0"/>
              </a:rPr>
              <a:t>When asserted, </a:t>
            </a:r>
            <a:r>
              <a:rPr lang="en-US" b="1" i="0">
                <a:solidFill>
                  <a:srgbClr val="222222"/>
                </a:solidFill>
                <a:effectLst/>
                <a:latin typeface="Arial" panose="020B0604020202020204" pitchFamily="34" charset="0"/>
                <a:cs typeface="Arial" panose="020B0604020202020204" pitchFamily="34" charset="0"/>
              </a:rPr>
              <a:t>PENABLE</a:t>
            </a:r>
            <a:r>
              <a:rPr lang="en-US" b="0" i="0">
                <a:solidFill>
                  <a:srgbClr val="222222"/>
                </a:solidFill>
                <a:effectLst/>
                <a:latin typeface="Arial" panose="020B0604020202020204" pitchFamily="34" charset="0"/>
                <a:cs typeface="Arial" panose="020B0604020202020204" pitchFamily="34" charset="0"/>
              </a:rPr>
              <a:t> indicates the starting of ACCESS phase.</a:t>
            </a:r>
          </a:p>
          <a:p>
            <a:pPr algn="l">
              <a:buFont typeface="Arial" panose="020B0604020202020204" pitchFamily="34" charset="0"/>
              <a:buChar char="•"/>
            </a:pPr>
            <a:r>
              <a:rPr lang="en-US" b="0" i="0">
                <a:solidFill>
                  <a:srgbClr val="222222"/>
                </a:solidFill>
                <a:effectLst/>
                <a:latin typeface="Arial" panose="020B0604020202020204" pitchFamily="34" charset="0"/>
                <a:cs typeface="Arial" panose="020B0604020202020204" pitchFamily="34" charset="0"/>
              </a:rPr>
              <a:t>When asserted, </a:t>
            </a:r>
            <a:r>
              <a:rPr lang="en-US" b="1" i="0">
                <a:solidFill>
                  <a:srgbClr val="222222"/>
                </a:solidFill>
                <a:effectLst/>
                <a:latin typeface="Arial" panose="020B0604020202020204" pitchFamily="34" charset="0"/>
                <a:cs typeface="Arial" panose="020B0604020202020204" pitchFamily="34" charset="0"/>
              </a:rPr>
              <a:t>PREADY</a:t>
            </a:r>
            <a:r>
              <a:rPr lang="en-US" b="0" i="0">
                <a:solidFill>
                  <a:srgbClr val="222222"/>
                </a:solidFill>
                <a:effectLst/>
                <a:latin typeface="Arial" panose="020B0604020202020204" pitchFamily="34" charset="0"/>
                <a:cs typeface="Arial" panose="020B0604020202020204" pitchFamily="34" charset="0"/>
              </a:rPr>
              <a:t> indicates that slave can complete the transfer at next rising edge of </a:t>
            </a:r>
            <a:r>
              <a:rPr lang="en-US" b="1" i="0">
                <a:solidFill>
                  <a:srgbClr val="222222"/>
                </a:solidFill>
                <a:effectLst/>
                <a:latin typeface="Arial" panose="020B0604020202020204" pitchFamily="34" charset="0"/>
                <a:cs typeface="Arial" panose="020B0604020202020204" pitchFamily="34" charset="0"/>
              </a:rPr>
              <a:t>PCLK</a:t>
            </a:r>
            <a:r>
              <a:rPr lang="en-US" b="0" i="0">
                <a:solidFill>
                  <a:srgbClr val="222222"/>
                </a:solidFill>
                <a:effectLst/>
                <a:latin typeface="Arial" panose="020B0604020202020204" pitchFamily="34" charset="0"/>
                <a:cs typeface="Arial" panose="020B0604020202020204" pitchFamily="34" charset="0"/>
              </a:rPr>
              <a:t> by providing the data on </a:t>
            </a:r>
            <a:r>
              <a:rPr lang="en-US" b="1" i="0">
                <a:solidFill>
                  <a:srgbClr val="222222"/>
                </a:solidFill>
                <a:effectLst/>
                <a:latin typeface="Arial" panose="020B0604020202020204" pitchFamily="34" charset="0"/>
                <a:cs typeface="Arial" panose="020B0604020202020204" pitchFamily="34" charset="0"/>
              </a:rPr>
              <a:t>PRDATA</a:t>
            </a:r>
            <a:r>
              <a:rPr lang="en-US" b="0" i="0">
                <a:solidFill>
                  <a:srgbClr val="222222"/>
                </a:solidFill>
                <a:effectLst/>
                <a:latin typeface="Arial" panose="020B0604020202020204" pitchFamily="34" charset="0"/>
                <a:cs typeface="Arial" panose="020B0604020202020204" pitchFamily="34" charset="0"/>
              </a:rPr>
              <a:t>.</a:t>
            </a:r>
          </a:p>
          <a:p>
            <a:pPr algn="l">
              <a:buFont typeface="Arial" panose="020B0604020202020204" pitchFamily="34" charset="0"/>
              <a:buChar char="•"/>
            </a:pPr>
            <a:r>
              <a:rPr lang="en-US" b="0" i="0">
                <a:solidFill>
                  <a:srgbClr val="222222"/>
                </a:solidFill>
                <a:effectLst/>
                <a:latin typeface="Arial" panose="020B0604020202020204" pitchFamily="34" charset="0"/>
                <a:cs typeface="Arial" panose="020B0604020202020204" pitchFamily="34" charset="0"/>
              </a:rPr>
              <a:t>Slave must provide the data before the end of read transfer. i.e. before T3.</a:t>
            </a:r>
          </a:p>
        </p:txBody>
      </p:sp>
    </p:spTree>
    <p:extLst>
      <p:ext uri="{BB962C8B-B14F-4D97-AF65-F5344CB8AC3E}">
        <p14:creationId xmlns:p14="http://schemas.microsoft.com/office/powerpoint/2010/main" val="333461675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E808B9-B9F9-6CFC-00EB-18A57E3D0B5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3577853-A738-B413-DC74-E9F963E82779}"/>
              </a:ext>
            </a:extLst>
          </p:cNvPr>
          <p:cNvSpPr>
            <a:spLocks noGrp="1"/>
          </p:cNvSpPr>
          <p:nvPr>
            <p:ph type="title"/>
          </p:nvPr>
        </p:nvSpPr>
        <p:spPr>
          <a:xfrm>
            <a:off x="521208" y="978408"/>
            <a:ext cx="11155680" cy="585216"/>
          </a:xfrm>
        </p:spPr>
        <p:txBody>
          <a:bodyPr>
            <a:normAutofit fontScale="90000"/>
          </a:bodyPr>
          <a:lstStyle/>
          <a:p>
            <a:r>
              <a:rPr lang="en-US"/>
              <a:t>1. Specifications</a:t>
            </a:r>
          </a:p>
        </p:txBody>
      </p:sp>
      <p:sp>
        <p:nvSpPr>
          <p:cNvPr id="8" name="Date Placeholder 7">
            <a:extLst>
              <a:ext uri="{FF2B5EF4-FFF2-40B4-BE49-F238E27FC236}">
                <a16:creationId xmlns:a16="http://schemas.microsoft.com/office/drawing/2014/main" id="{63929E2B-0F74-12CA-B46E-410DC0BEAF61}"/>
              </a:ext>
            </a:extLst>
          </p:cNvPr>
          <p:cNvSpPr>
            <a:spLocks noGrp="1"/>
          </p:cNvSpPr>
          <p:nvPr>
            <p:ph type="dt" sz="half" idx="10"/>
          </p:nvPr>
        </p:nvSpPr>
        <p:spPr/>
        <p:txBody>
          <a:bodyPr/>
          <a:lstStyle/>
          <a:p>
            <a:fld id="{780F2533-275E-428B-B3B3-9CA4281B478F}" type="datetime1">
              <a:rPr lang="en-US" smtClean="0"/>
              <a:t>7/16/2026</a:t>
            </a:fld>
            <a:endParaRPr lang="en-US"/>
          </a:p>
        </p:txBody>
      </p:sp>
      <p:sp>
        <p:nvSpPr>
          <p:cNvPr id="9" name="Footer Placeholder 8">
            <a:extLst>
              <a:ext uri="{FF2B5EF4-FFF2-40B4-BE49-F238E27FC236}">
                <a16:creationId xmlns:a16="http://schemas.microsoft.com/office/drawing/2014/main" id="{17B8A9C6-FFBC-6B66-A580-DC3410A43F20}"/>
              </a:ext>
            </a:extLst>
          </p:cNvPr>
          <p:cNvSpPr>
            <a:spLocks noGrp="1"/>
          </p:cNvSpPr>
          <p:nvPr>
            <p:ph type="ftr" sz="quarter" idx="11"/>
          </p:nvPr>
        </p:nvSpPr>
        <p:spPr/>
        <p:txBody>
          <a:bodyPr/>
          <a:lstStyle/>
          <a:p>
            <a:r>
              <a:rPr lang="en-US"/>
              <a:t>@copyright Hoang Bao Long</a:t>
            </a:r>
          </a:p>
        </p:txBody>
      </p:sp>
      <p:sp>
        <p:nvSpPr>
          <p:cNvPr id="11" name="Slide Number Placeholder 10">
            <a:extLst>
              <a:ext uri="{FF2B5EF4-FFF2-40B4-BE49-F238E27FC236}">
                <a16:creationId xmlns:a16="http://schemas.microsoft.com/office/drawing/2014/main" id="{58A9B13A-1CEA-55BD-84D4-4B36F75CCCC0}"/>
              </a:ext>
            </a:extLst>
          </p:cNvPr>
          <p:cNvSpPr>
            <a:spLocks noGrp="1"/>
          </p:cNvSpPr>
          <p:nvPr>
            <p:ph type="sldNum" sz="quarter" idx="12"/>
          </p:nvPr>
        </p:nvSpPr>
        <p:spPr/>
        <p:txBody>
          <a:bodyPr/>
          <a:lstStyle/>
          <a:p>
            <a:fld id="{148CC95F-0247-41B6-91CF-DC97C76A7088}" type="slidenum">
              <a:rPr lang="en-US" smtClean="0"/>
              <a:t>16</a:t>
            </a:fld>
            <a:endParaRPr lang="en-US"/>
          </a:p>
        </p:txBody>
      </p:sp>
      <p:sp>
        <p:nvSpPr>
          <p:cNvPr id="3" name="Title 1">
            <a:extLst>
              <a:ext uri="{FF2B5EF4-FFF2-40B4-BE49-F238E27FC236}">
                <a16:creationId xmlns:a16="http://schemas.microsoft.com/office/drawing/2014/main" id="{F6316F3B-CAD2-3319-D4CA-72BA94424F94}"/>
              </a:ext>
            </a:extLst>
          </p:cNvPr>
          <p:cNvSpPr txBox="1">
            <a:spLocks/>
          </p:cNvSpPr>
          <p:nvPr/>
        </p:nvSpPr>
        <p:spPr>
          <a:xfrm>
            <a:off x="652270" y="1668587"/>
            <a:ext cx="11125202" cy="425190"/>
          </a:xfrm>
          <a:prstGeom prst="rect">
            <a:avLst/>
          </a:prstGeom>
        </p:spPr>
        <p:txBody>
          <a:bodyPr vert="horz" lIns="0" tIns="0" rIns="0" bIns="0" rtlCol="0" anchor="t">
            <a:noAutofit/>
          </a:bodyPr>
          <a:lstStyle>
            <a:lvl1pPr algn="l" defTabSz="914400" rtl="0" eaLnBrk="1" latinLnBrk="0" hangingPunct="1">
              <a:lnSpc>
                <a:spcPct val="100000"/>
              </a:lnSpc>
              <a:spcBef>
                <a:spcPct val="0"/>
              </a:spcBef>
              <a:buNone/>
              <a:defRPr sz="3200" b="0" kern="1200" spc="0" baseline="0">
                <a:solidFill>
                  <a:schemeClr val="tx1"/>
                </a:solidFill>
                <a:latin typeface="+mj-lt"/>
                <a:ea typeface="+mj-ea"/>
                <a:cs typeface="+mj-cs"/>
              </a:defRPr>
            </a:lvl1pPr>
          </a:lstStyle>
          <a:p>
            <a:r>
              <a:rPr lang="vi-VN" sz="2600" b="1" dirty="0"/>
              <a:t>1.4. APB Transfer – Read Transfers (with wait state)</a:t>
            </a:r>
            <a:endParaRPr lang="en-US" sz="2600" b="1" dirty="0"/>
          </a:p>
        </p:txBody>
      </p:sp>
      <p:pic>
        <p:nvPicPr>
          <p:cNvPr id="4" name="Picture 3" descr="A diagram of a diagram&#10;&#10;AI-generated content may be incorrect.">
            <a:extLst>
              <a:ext uri="{FF2B5EF4-FFF2-40B4-BE49-F238E27FC236}">
                <a16:creationId xmlns:a16="http://schemas.microsoft.com/office/drawing/2014/main" id="{0C74AC23-B45B-ECAE-368C-10A561F0F6EA}"/>
              </a:ext>
            </a:extLst>
          </p:cNvPr>
          <p:cNvPicPr>
            <a:picLocks noChangeAspect="1"/>
          </p:cNvPicPr>
          <p:nvPr/>
        </p:nvPicPr>
        <p:blipFill>
          <a:blip r:embed="rId2"/>
          <a:stretch>
            <a:fillRect/>
          </a:stretch>
        </p:blipFill>
        <p:spPr>
          <a:xfrm>
            <a:off x="5486400" y="2627743"/>
            <a:ext cx="6387191" cy="2677491"/>
          </a:xfrm>
          <a:prstGeom prst="rect">
            <a:avLst/>
          </a:prstGeom>
        </p:spPr>
      </p:pic>
      <p:sp>
        <p:nvSpPr>
          <p:cNvPr id="5" name="TextBox 4">
            <a:extLst>
              <a:ext uri="{FF2B5EF4-FFF2-40B4-BE49-F238E27FC236}">
                <a16:creationId xmlns:a16="http://schemas.microsoft.com/office/drawing/2014/main" id="{37ED8F39-2D6E-DE45-DA52-085D9CC3FCFC}"/>
              </a:ext>
            </a:extLst>
          </p:cNvPr>
          <p:cNvSpPr txBox="1"/>
          <p:nvPr/>
        </p:nvSpPr>
        <p:spPr>
          <a:xfrm>
            <a:off x="508317" y="3124200"/>
            <a:ext cx="4978083" cy="1754326"/>
          </a:xfrm>
          <a:prstGeom prst="rect">
            <a:avLst/>
          </a:prstGeom>
          <a:noFill/>
        </p:spPr>
        <p:txBody>
          <a:bodyPr wrap="square">
            <a:spAutoFit/>
          </a:bodyPr>
          <a:lstStyle/>
          <a:p>
            <a:pPr algn="l">
              <a:buFont typeface="Arial" panose="020B0604020202020204" pitchFamily="34" charset="0"/>
              <a:buChar char="•"/>
            </a:pPr>
            <a:r>
              <a:rPr lang="en-US" b="0" i="0">
                <a:solidFill>
                  <a:srgbClr val="222222"/>
                </a:solidFill>
                <a:effectLst/>
                <a:latin typeface="Arial" panose="020B0604020202020204" pitchFamily="34" charset="0"/>
                <a:cs typeface="Arial" panose="020B0604020202020204" pitchFamily="34" charset="0"/>
              </a:rPr>
              <a:t>During the ACCESS Phase, when </a:t>
            </a:r>
            <a:r>
              <a:rPr lang="en-US" b="1" i="0">
                <a:solidFill>
                  <a:srgbClr val="222222"/>
                </a:solidFill>
                <a:effectLst/>
                <a:latin typeface="Arial" panose="020B0604020202020204" pitchFamily="34" charset="0"/>
                <a:cs typeface="Arial" panose="020B0604020202020204" pitchFamily="34" charset="0"/>
              </a:rPr>
              <a:t>PENABLE</a:t>
            </a:r>
            <a:r>
              <a:rPr lang="en-US" b="0" i="0">
                <a:solidFill>
                  <a:srgbClr val="222222"/>
                </a:solidFill>
                <a:effectLst/>
                <a:latin typeface="Arial" panose="020B0604020202020204" pitchFamily="34" charset="0"/>
                <a:cs typeface="Arial" panose="020B0604020202020204" pitchFamily="34" charset="0"/>
              </a:rPr>
              <a:t> is high, the slave extends the transfer by driving </a:t>
            </a:r>
            <a:r>
              <a:rPr lang="en-US" b="1" i="0">
                <a:solidFill>
                  <a:srgbClr val="222222"/>
                </a:solidFill>
                <a:effectLst/>
                <a:latin typeface="Arial" panose="020B0604020202020204" pitchFamily="34" charset="0"/>
                <a:cs typeface="Arial" panose="020B0604020202020204" pitchFamily="34" charset="0"/>
              </a:rPr>
              <a:t>PREADY</a:t>
            </a:r>
            <a:r>
              <a:rPr lang="en-US" b="0" i="0">
                <a:solidFill>
                  <a:srgbClr val="222222"/>
                </a:solidFill>
                <a:effectLst/>
                <a:latin typeface="Arial" panose="020B0604020202020204" pitchFamily="34" charset="0"/>
                <a:cs typeface="Arial" panose="020B0604020202020204" pitchFamily="34" charset="0"/>
              </a:rPr>
              <a:t> low.</a:t>
            </a:r>
          </a:p>
          <a:p>
            <a:pPr algn="l">
              <a:buFont typeface="Arial" panose="020B0604020202020204" pitchFamily="34" charset="0"/>
              <a:buChar char="•"/>
            </a:pPr>
            <a:r>
              <a:rPr lang="en-US" b="0" i="0">
                <a:solidFill>
                  <a:srgbClr val="222222"/>
                </a:solidFill>
                <a:effectLst/>
                <a:latin typeface="Arial" panose="020B0604020202020204" pitchFamily="34" charset="0"/>
                <a:cs typeface="Arial" panose="020B0604020202020204" pitchFamily="34" charset="0"/>
              </a:rPr>
              <a:t>The </a:t>
            </a:r>
            <a:r>
              <a:rPr lang="en-US" b="1" i="0">
                <a:solidFill>
                  <a:srgbClr val="222222"/>
                </a:solidFill>
                <a:effectLst/>
                <a:latin typeface="Arial" panose="020B0604020202020204" pitchFamily="34" charset="0"/>
                <a:cs typeface="Arial" panose="020B0604020202020204" pitchFamily="34" charset="0"/>
              </a:rPr>
              <a:t>PADDR, PWRITE, PSEL, PENABLE, PPROT</a:t>
            </a:r>
            <a:r>
              <a:rPr lang="en-US" b="0" i="0">
                <a:solidFill>
                  <a:srgbClr val="222222"/>
                </a:solidFill>
                <a:effectLst/>
                <a:latin typeface="Arial" panose="020B0604020202020204" pitchFamily="34" charset="0"/>
                <a:cs typeface="Arial" panose="020B0604020202020204" pitchFamily="34" charset="0"/>
              </a:rPr>
              <a:t> signals should remain unchanged while </a:t>
            </a:r>
            <a:r>
              <a:rPr lang="en-US" b="1" i="0">
                <a:solidFill>
                  <a:srgbClr val="222222"/>
                </a:solidFill>
                <a:effectLst/>
                <a:latin typeface="Arial" panose="020B0604020202020204" pitchFamily="34" charset="0"/>
                <a:cs typeface="Arial" panose="020B0604020202020204" pitchFamily="34" charset="0"/>
              </a:rPr>
              <a:t>PREADY</a:t>
            </a:r>
            <a:r>
              <a:rPr lang="en-US" b="0" i="0">
                <a:solidFill>
                  <a:srgbClr val="222222"/>
                </a:solidFill>
                <a:effectLst/>
                <a:latin typeface="Arial" panose="020B0604020202020204" pitchFamily="34" charset="0"/>
                <a:cs typeface="Arial" panose="020B0604020202020204" pitchFamily="34" charset="0"/>
              </a:rPr>
              <a:t> is low</a:t>
            </a:r>
          </a:p>
        </p:txBody>
      </p:sp>
    </p:spTree>
    <p:extLst>
      <p:ext uri="{BB962C8B-B14F-4D97-AF65-F5344CB8AC3E}">
        <p14:creationId xmlns:p14="http://schemas.microsoft.com/office/powerpoint/2010/main" val="215514731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6F5E7B-058D-256A-4EEB-97A02386E1C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4A66868-05DB-8A4C-E8FF-432CA1CBDEA8}"/>
              </a:ext>
            </a:extLst>
          </p:cNvPr>
          <p:cNvSpPr>
            <a:spLocks noGrp="1"/>
          </p:cNvSpPr>
          <p:nvPr>
            <p:ph type="title"/>
          </p:nvPr>
        </p:nvSpPr>
        <p:spPr>
          <a:xfrm>
            <a:off x="521208" y="978408"/>
            <a:ext cx="11155680" cy="585216"/>
          </a:xfrm>
        </p:spPr>
        <p:txBody>
          <a:bodyPr>
            <a:normAutofit fontScale="90000"/>
          </a:bodyPr>
          <a:lstStyle/>
          <a:p>
            <a:r>
              <a:rPr lang="en-US"/>
              <a:t>1. Specifications</a:t>
            </a:r>
          </a:p>
        </p:txBody>
      </p:sp>
      <p:sp>
        <p:nvSpPr>
          <p:cNvPr id="8" name="Date Placeholder 7">
            <a:extLst>
              <a:ext uri="{FF2B5EF4-FFF2-40B4-BE49-F238E27FC236}">
                <a16:creationId xmlns:a16="http://schemas.microsoft.com/office/drawing/2014/main" id="{F4DC412B-24E7-C196-4CE3-5A0F94914474}"/>
              </a:ext>
            </a:extLst>
          </p:cNvPr>
          <p:cNvSpPr>
            <a:spLocks noGrp="1"/>
          </p:cNvSpPr>
          <p:nvPr>
            <p:ph type="dt" sz="half" idx="10"/>
          </p:nvPr>
        </p:nvSpPr>
        <p:spPr/>
        <p:txBody>
          <a:bodyPr/>
          <a:lstStyle/>
          <a:p>
            <a:fld id="{780F2533-275E-428B-B3B3-9CA4281B478F}" type="datetime1">
              <a:rPr lang="en-US" smtClean="0"/>
              <a:t>7/16/2026</a:t>
            </a:fld>
            <a:endParaRPr lang="en-US"/>
          </a:p>
        </p:txBody>
      </p:sp>
      <p:sp>
        <p:nvSpPr>
          <p:cNvPr id="9" name="Footer Placeholder 8">
            <a:extLst>
              <a:ext uri="{FF2B5EF4-FFF2-40B4-BE49-F238E27FC236}">
                <a16:creationId xmlns:a16="http://schemas.microsoft.com/office/drawing/2014/main" id="{9514FFAA-21F1-F2FC-CA7A-AAD4395C177E}"/>
              </a:ext>
            </a:extLst>
          </p:cNvPr>
          <p:cNvSpPr>
            <a:spLocks noGrp="1"/>
          </p:cNvSpPr>
          <p:nvPr>
            <p:ph type="ftr" sz="quarter" idx="11"/>
          </p:nvPr>
        </p:nvSpPr>
        <p:spPr/>
        <p:txBody>
          <a:bodyPr/>
          <a:lstStyle/>
          <a:p>
            <a:r>
              <a:rPr lang="en-US"/>
              <a:t>@copyright Hoang Bao Long</a:t>
            </a:r>
          </a:p>
        </p:txBody>
      </p:sp>
      <p:sp>
        <p:nvSpPr>
          <p:cNvPr id="11" name="Slide Number Placeholder 10">
            <a:extLst>
              <a:ext uri="{FF2B5EF4-FFF2-40B4-BE49-F238E27FC236}">
                <a16:creationId xmlns:a16="http://schemas.microsoft.com/office/drawing/2014/main" id="{488927C6-98ED-CFAE-DD92-B9D630239368}"/>
              </a:ext>
            </a:extLst>
          </p:cNvPr>
          <p:cNvSpPr>
            <a:spLocks noGrp="1"/>
          </p:cNvSpPr>
          <p:nvPr>
            <p:ph type="sldNum" sz="quarter" idx="12"/>
          </p:nvPr>
        </p:nvSpPr>
        <p:spPr/>
        <p:txBody>
          <a:bodyPr/>
          <a:lstStyle/>
          <a:p>
            <a:fld id="{148CC95F-0247-41B6-91CF-DC97C76A7088}" type="slidenum">
              <a:rPr lang="en-US" smtClean="0"/>
              <a:t>17</a:t>
            </a:fld>
            <a:endParaRPr lang="en-US"/>
          </a:p>
        </p:txBody>
      </p:sp>
      <p:sp>
        <p:nvSpPr>
          <p:cNvPr id="3" name="Title 1">
            <a:extLst>
              <a:ext uri="{FF2B5EF4-FFF2-40B4-BE49-F238E27FC236}">
                <a16:creationId xmlns:a16="http://schemas.microsoft.com/office/drawing/2014/main" id="{BF129F31-36AA-0665-86DD-9A5A45B328E5}"/>
              </a:ext>
            </a:extLst>
          </p:cNvPr>
          <p:cNvSpPr txBox="1">
            <a:spLocks/>
          </p:cNvSpPr>
          <p:nvPr/>
        </p:nvSpPr>
        <p:spPr>
          <a:xfrm>
            <a:off x="652270" y="1668587"/>
            <a:ext cx="11125202" cy="425190"/>
          </a:xfrm>
          <a:prstGeom prst="rect">
            <a:avLst/>
          </a:prstGeom>
        </p:spPr>
        <p:txBody>
          <a:bodyPr vert="horz" lIns="0" tIns="0" rIns="0" bIns="0" rtlCol="0" anchor="t">
            <a:noAutofit/>
          </a:bodyPr>
          <a:lstStyle>
            <a:lvl1pPr algn="l" defTabSz="914400" rtl="0" eaLnBrk="1" latinLnBrk="0" hangingPunct="1">
              <a:lnSpc>
                <a:spcPct val="100000"/>
              </a:lnSpc>
              <a:spcBef>
                <a:spcPct val="0"/>
              </a:spcBef>
              <a:buNone/>
              <a:defRPr sz="3200" b="0" kern="1200" spc="0" baseline="0">
                <a:solidFill>
                  <a:schemeClr val="tx1"/>
                </a:solidFill>
                <a:latin typeface="+mj-lt"/>
                <a:ea typeface="+mj-ea"/>
                <a:cs typeface="+mj-cs"/>
              </a:defRPr>
            </a:lvl1pPr>
          </a:lstStyle>
          <a:p>
            <a:r>
              <a:rPr lang="vi-VN" sz="2600" b="1" dirty="0"/>
              <a:t>1.4. APB Transfer – Error response</a:t>
            </a:r>
            <a:endParaRPr lang="en-US" sz="2600" b="1" dirty="0"/>
          </a:p>
        </p:txBody>
      </p:sp>
      <p:sp>
        <p:nvSpPr>
          <p:cNvPr id="4" name="TextBox 3">
            <a:extLst>
              <a:ext uri="{FF2B5EF4-FFF2-40B4-BE49-F238E27FC236}">
                <a16:creationId xmlns:a16="http://schemas.microsoft.com/office/drawing/2014/main" id="{C0E81D98-238F-0385-2C19-3F3F9E8A4B46}"/>
              </a:ext>
            </a:extLst>
          </p:cNvPr>
          <p:cNvSpPr txBox="1"/>
          <p:nvPr/>
        </p:nvSpPr>
        <p:spPr>
          <a:xfrm>
            <a:off x="521208" y="2572117"/>
            <a:ext cx="11033442" cy="2308324"/>
          </a:xfrm>
          <a:prstGeom prst="rect">
            <a:avLst/>
          </a:prstGeom>
          <a:noFill/>
        </p:spPr>
        <p:txBody>
          <a:bodyPr wrap="square">
            <a:spAutoFit/>
          </a:bodyPr>
          <a:lstStyle/>
          <a:p>
            <a:pPr algn="l">
              <a:buNone/>
            </a:pPr>
            <a:r>
              <a:rPr lang="en-US" b="0" i="0">
                <a:solidFill>
                  <a:srgbClr val="222222"/>
                </a:solidFill>
                <a:effectLst/>
                <a:latin typeface="Arial" panose="020B0604020202020204" pitchFamily="34" charset="0"/>
                <a:cs typeface="Arial" panose="020B0604020202020204" pitchFamily="34" charset="0"/>
              </a:rPr>
              <a:t>Whenever there is a problem in the transfer, Slave indicates the error response for the transfer by asserting the </a:t>
            </a:r>
            <a:r>
              <a:rPr lang="en-US" b="1" i="0">
                <a:solidFill>
                  <a:srgbClr val="222222"/>
                </a:solidFill>
                <a:effectLst/>
                <a:latin typeface="Arial" panose="020B0604020202020204" pitchFamily="34" charset="0"/>
                <a:cs typeface="Arial" panose="020B0604020202020204" pitchFamily="34" charset="0"/>
              </a:rPr>
              <a:t>PSLVERR</a:t>
            </a:r>
            <a:r>
              <a:rPr lang="en-US" b="0" i="0">
                <a:solidFill>
                  <a:srgbClr val="222222"/>
                </a:solidFill>
                <a:effectLst/>
                <a:latin typeface="Arial" panose="020B0604020202020204" pitchFamily="34" charset="0"/>
                <a:cs typeface="Arial" panose="020B0604020202020204" pitchFamily="34" charset="0"/>
              </a:rPr>
              <a:t> signal. </a:t>
            </a:r>
            <a:r>
              <a:rPr lang="en-US" b="1" i="0">
                <a:solidFill>
                  <a:srgbClr val="222222"/>
                </a:solidFill>
                <a:effectLst/>
                <a:latin typeface="Arial" panose="020B0604020202020204" pitchFamily="34" charset="0"/>
                <a:cs typeface="Arial" panose="020B0604020202020204" pitchFamily="34" charset="0"/>
              </a:rPr>
              <a:t>PSLVERR</a:t>
            </a:r>
            <a:r>
              <a:rPr lang="en-US" b="0" i="0">
                <a:solidFill>
                  <a:srgbClr val="222222"/>
                </a:solidFill>
                <a:effectLst/>
                <a:latin typeface="Arial" panose="020B0604020202020204" pitchFamily="34" charset="0"/>
                <a:cs typeface="Arial" panose="020B0604020202020204" pitchFamily="34" charset="0"/>
              </a:rPr>
              <a:t> is only considered valid during the last cycle f and APB transfer, when </a:t>
            </a:r>
            <a:r>
              <a:rPr lang="en-US" b="1" i="0">
                <a:solidFill>
                  <a:srgbClr val="222222"/>
                </a:solidFill>
                <a:effectLst/>
                <a:latin typeface="Arial" panose="020B0604020202020204" pitchFamily="34" charset="0"/>
                <a:cs typeface="Arial" panose="020B0604020202020204" pitchFamily="34" charset="0"/>
              </a:rPr>
              <a:t>PSEL, PENABLE and PREADY</a:t>
            </a:r>
            <a:r>
              <a:rPr lang="en-US" b="0" i="0">
                <a:solidFill>
                  <a:srgbClr val="222222"/>
                </a:solidFill>
                <a:effectLst/>
                <a:latin typeface="Arial" panose="020B0604020202020204" pitchFamily="34" charset="0"/>
                <a:cs typeface="Arial" panose="020B0604020202020204" pitchFamily="34" charset="0"/>
              </a:rPr>
              <a:t> are all HIGH. It is recommended, but not mandatory that you drive </a:t>
            </a:r>
            <a:r>
              <a:rPr lang="en-US" b="1" i="0">
                <a:solidFill>
                  <a:srgbClr val="222222"/>
                </a:solidFill>
                <a:effectLst/>
                <a:latin typeface="Arial" panose="020B0604020202020204" pitchFamily="34" charset="0"/>
                <a:cs typeface="Arial" panose="020B0604020202020204" pitchFamily="34" charset="0"/>
              </a:rPr>
              <a:t>PSLVERR</a:t>
            </a:r>
            <a:r>
              <a:rPr lang="en-US" b="0" i="0">
                <a:solidFill>
                  <a:srgbClr val="222222"/>
                </a:solidFill>
                <a:effectLst/>
                <a:latin typeface="Arial" panose="020B0604020202020204" pitchFamily="34" charset="0"/>
                <a:cs typeface="Arial" panose="020B0604020202020204" pitchFamily="34" charset="0"/>
              </a:rPr>
              <a:t> low when it is not being sampled.</a:t>
            </a:r>
          </a:p>
          <a:p>
            <a:pPr algn="l">
              <a:buNone/>
            </a:pPr>
            <a:endParaRPr lang="en-US" b="0" i="0">
              <a:solidFill>
                <a:srgbClr val="222222"/>
              </a:solidFill>
              <a:effectLst/>
              <a:latin typeface="Arial" panose="020B0604020202020204" pitchFamily="34" charset="0"/>
              <a:cs typeface="Arial" panose="020B0604020202020204" pitchFamily="34" charset="0"/>
            </a:endParaRPr>
          </a:p>
          <a:p>
            <a:pPr algn="l">
              <a:buNone/>
            </a:pPr>
            <a:r>
              <a:rPr lang="en-US" b="0" i="0">
                <a:solidFill>
                  <a:srgbClr val="222222"/>
                </a:solidFill>
                <a:effectLst/>
                <a:latin typeface="Arial" panose="020B0604020202020204" pitchFamily="34" charset="0"/>
                <a:cs typeface="Arial" panose="020B0604020202020204" pitchFamily="34" charset="0"/>
              </a:rPr>
              <a:t>Transactions that receive an error response, might or might not have changed the state of peripheral. For example, If APB master performs a write transaction to an APB slave and received an error response, it is not guaranteed that the data is not written on the slave peripheral.</a:t>
            </a:r>
          </a:p>
        </p:txBody>
      </p:sp>
    </p:spTree>
    <p:extLst>
      <p:ext uri="{BB962C8B-B14F-4D97-AF65-F5344CB8AC3E}">
        <p14:creationId xmlns:p14="http://schemas.microsoft.com/office/powerpoint/2010/main" val="86934402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598265-61B2-E596-E0BA-6D9D7876C32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9CAF6BB-A2CD-D19C-46D4-7EACCA74AB25}"/>
              </a:ext>
            </a:extLst>
          </p:cNvPr>
          <p:cNvSpPr>
            <a:spLocks noGrp="1"/>
          </p:cNvSpPr>
          <p:nvPr>
            <p:ph type="title"/>
          </p:nvPr>
        </p:nvSpPr>
        <p:spPr>
          <a:xfrm>
            <a:off x="521208" y="978408"/>
            <a:ext cx="11155680" cy="585216"/>
          </a:xfrm>
        </p:spPr>
        <p:txBody>
          <a:bodyPr>
            <a:normAutofit fontScale="90000"/>
          </a:bodyPr>
          <a:lstStyle/>
          <a:p>
            <a:r>
              <a:rPr lang="en-US"/>
              <a:t>1. Specifications</a:t>
            </a:r>
          </a:p>
        </p:txBody>
      </p:sp>
      <p:sp>
        <p:nvSpPr>
          <p:cNvPr id="8" name="Date Placeholder 7">
            <a:extLst>
              <a:ext uri="{FF2B5EF4-FFF2-40B4-BE49-F238E27FC236}">
                <a16:creationId xmlns:a16="http://schemas.microsoft.com/office/drawing/2014/main" id="{ECD6A9F2-CEEE-53FB-BF82-343080B970F6}"/>
              </a:ext>
            </a:extLst>
          </p:cNvPr>
          <p:cNvSpPr>
            <a:spLocks noGrp="1"/>
          </p:cNvSpPr>
          <p:nvPr>
            <p:ph type="dt" sz="half" idx="10"/>
          </p:nvPr>
        </p:nvSpPr>
        <p:spPr/>
        <p:txBody>
          <a:bodyPr/>
          <a:lstStyle/>
          <a:p>
            <a:fld id="{780F2533-275E-428B-B3B3-9CA4281B478F}" type="datetime1">
              <a:rPr lang="en-US" smtClean="0"/>
              <a:t>7/16/2026</a:t>
            </a:fld>
            <a:endParaRPr lang="en-US"/>
          </a:p>
        </p:txBody>
      </p:sp>
      <p:sp>
        <p:nvSpPr>
          <p:cNvPr id="9" name="Footer Placeholder 8">
            <a:extLst>
              <a:ext uri="{FF2B5EF4-FFF2-40B4-BE49-F238E27FC236}">
                <a16:creationId xmlns:a16="http://schemas.microsoft.com/office/drawing/2014/main" id="{39F76300-E82C-40FF-43B4-C6DBE563189F}"/>
              </a:ext>
            </a:extLst>
          </p:cNvPr>
          <p:cNvSpPr>
            <a:spLocks noGrp="1"/>
          </p:cNvSpPr>
          <p:nvPr>
            <p:ph type="ftr" sz="quarter" idx="11"/>
          </p:nvPr>
        </p:nvSpPr>
        <p:spPr/>
        <p:txBody>
          <a:bodyPr/>
          <a:lstStyle/>
          <a:p>
            <a:r>
              <a:rPr lang="en-US"/>
              <a:t>@copyright Hoang Bao Long</a:t>
            </a:r>
          </a:p>
        </p:txBody>
      </p:sp>
      <p:sp>
        <p:nvSpPr>
          <p:cNvPr id="11" name="Slide Number Placeholder 10">
            <a:extLst>
              <a:ext uri="{FF2B5EF4-FFF2-40B4-BE49-F238E27FC236}">
                <a16:creationId xmlns:a16="http://schemas.microsoft.com/office/drawing/2014/main" id="{8BE76622-9D04-F1B5-10B5-9C0D8374B369}"/>
              </a:ext>
            </a:extLst>
          </p:cNvPr>
          <p:cNvSpPr>
            <a:spLocks noGrp="1"/>
          </p:cNvSpPr>
          <p:nvPr>
            <p:ph type="sldNum" sz="quarter" idx="12"/>
          </p:nvPr>
        </p:nvSpPr>
        <p:spPr/>
        <p:txBody>
          <a:bodyPr/>
          <a:lstStyle/>
          <a:p>
            <a:fld id="{148CC95F-0247-41B6-91CF-DC97C76A7088}" type="slidenum">
              <a:rPr lang="en-US" smtClean="0"/>
              <a:t>18</a:t>
            </a:fld>
            <a:endParaRPr lang="en-US"/>
          </a:p>
        </p:txBody>
      </p:sp>
      <p:sp>
        <p:nvSpPr>
          <p:cNvPr id="3" name="Title 1">
            <a:extLst>
              <a:ext uri="{FF2B5EF4-FFF2-40B4-BE49-F238E27FC236}">
                <a16:creationId xmlns:a16="http://schemas.microsoft.com/office/drawing/2014/main" id="{00B4702F-0876-C02B-EC0E-4430B8269FAE}"/>
              </a:ext>
            </a:extLst>
          </p:cNvPr>
          <p:cNvSpPr txBox="1">
            <a:spLocks/>
          </p:cNvSpPr>
          <p:nvPr/>
        </p:nvSpPr>
        <p:spPr>
          <a:xfrm>
            <a:off x="652270" y="1668587"/>
            <a:ext cx="11125202" cy="425190"/>
          </a:xfrm>
          <a:prstGeom prst="rect">
            <a:avLst/>
          </a:prstGeom>
        </p:spPr>
        <p:txBody>
          <a:bodyPr vert="horz" lIns="0" tIns="0" rIns="0" bIns="0" rtlCol="0" anchor="t">
            <a:noAutofit/>
          </a:bodyPr>
          <a:lstStyle>
            <a:lvl1pPr algn="l" defTabSz="914400" rtl="0" eaLnBrk="1" latinLnBrk="0" hangingPunct="1">
              <a:lnSpc>
                <a:spcPct val="100000"/>
              </a:lnSpc>
              <a:spcBef>
                <a:spcPct val="0"/>
              </a:spcBef>
              <a:buNone/>
              <a:defRPr sz="3200" b="0" kern="1200" spc="0" baseline="0">
                <a:solidFill>
                  <a:schemeClr val="tx1"/>
                </a:solidFill>
                <a:latin typeface="+mj-lt"/>
                <a:ea typeface="+mj-ea"/>
                <a:cs typeface="+mj-cs"/>
              </a:defRPr>
            </a:lvl1pPr>
          </a:lstStyle>
          <a:p>
            <a:r>
              <a:rPr lang="vi-VN" sz="2600" b="1" dirty="0"/>
              <a:t>1.4. APB Transfer – Error response</a:t>
            </a:r>
            <a:endParaRPr lang="en-US" sz="2600" b="1" dirty="0"/>
          </a:p>
        </p:txBody>
      </p:sp>
      <p:pic>
        <p:nvPicPr>
          <p:cNvPr id="5" name="Picture 4" descr="A diagram of a computer program&#10;&#10;AI-generated content may be incorrect.">
            <a:extLst>
              <a:ext uri="{FF2B5EF4-FFF2-40B4-BE49-F238E27FC236}">
                <a16:creationId xmlns:a16="http://schemas.microsoft.com/office/drawing/2014/main" id="{F2A7824F-6E63-710F-E8A5-516B8B63D1DE}"/>
              </a:ext>
            </a:extLst>
          </p:cNvPr>
          <p:cNvPicPr>
            <a:picLocks noChangeAspect="1"/>
          </p:cNvPicPr>
          <p:nvPr/>
        </p:nvPicPr>
        <p:blipFill>
          <a:blip r:embed="rId2"/>
          <a:stretch>
            <a:fillRect/>
          </a:stretch>
        </p:blipFill>
        <p:spPr>
          <a:xfrm>
            <a:off x="521208" y="2384781"/>
            <a:ext cx="5027958" cy="2876432"/>
          </a:xfrm>
          <a:prstGeom prst="rect">
            <a:avLst/>
          </a:prstGeom>
        </p:spPr>
      </p:pic>
      <p:pic>
        <p:nvPicPr>
          <p:cNvPr id="6" name="Picture 5" descr="A diagram of a diagram&#10;&#10;AI-generated content may be incorrect.">
            <a:extLst>
              <a:ext uri="{FF2B5EF4-FFF2-40B4-BE49-F238E27FC236}">
                <a16:creationId xmlns:a16="http://schemas.microsoft.com/office/drawing/2014/main" id="{CC237B33-2220-6AC4-0F0F-E05B62D609FA}"/>
              </a:ext>
            </a:extLst>
          </p:cNvPr>
          <p:cNvPicPr>
            <a:picLocks noChangeAspect="1"/>
          </p:cNvPicPr>
          <p:nvPr/>
        </p:nvPicPr>
        <p:blipFill>
          <a:blip r:embed="rId3"/>
          <a:stretch>
            <a:fillRect/>
          </a:stretch>
        </p:blipFill>
        <p:spPr>
          <a:xfrm>
            <a:off x="5594403" y="2384781"/>
            <a:ext cx="6076389" cy="2876432"/>
          </a:xfrm>
          <a:prstGeom prst="rect">
            <a:avLst/>
          </a:prstGeom>
        </p:spPr>
      </p:pic>
      <p:sp>
        <p:nvSpPr>
          <p:cNvPr id="7" name="TextBox 6">
            <a:extLst>
              <a:ext uri="{FF2B5EF4-FFF2-40B4-BE49-F238E27FC236}">
                <a16:creationId xmlns:a16="http://schemas.microsoft.com/office/drawing/2014/main" id="{63FDACBA-743E-F092-176B-0EE238AF4933}"/>
              </a:ext>
            </a:extLst>
          </p:cNvPr>
          <p:cNvSpPr txBox="1"/>
          <p:nvPr/>
        </p:nvSpPr>
        <p:spPr>
          <a:xfrm>
            <a:off x="1104097" y="5398328"/>
            <a:ext cx="3862179" cy="307777"/>
          </a:xfrm>
          <a:prstGeom prst="rect">
            <a:avLst/>
          </a:prstGeom>
          <a:noFill/>
        </p:spPr>
        <p:txBody>
          <a:bodyPr wrap="square">
            <a:spAutoFit/>
          </a:bodyPr>
          <a:lstStyle/>
          <a:p>
            <a:pPr algn="ctr"/>
            <a:r>
              <a:rPr lang="vi-VN" sz="1400" b="1" i="1" dirty="0">
                <a:latin typeface="Arial" panose="020B0604020202020204" pitchFamily="34" charset="0"/>
                <a:cs typeface="Arial" panose="020B0604020202020204" pitchFamily="34" charset="0"/>
              </a:rPr>
              <a:t>Write transfer</a:t>
            </a:r>
            <a:endParaRPr lang="en-US" sz="1400" b="1" i="1" dirty="0">
              <a:latin typeface="Arial" panose="020B0604020202020204" pitchFamily="34" charset="0"/>
              <a:cs typeface="Arial" panose="020B0604020202020204" pitchFamily="34" charset="0"/>
            </a:endParaRPr>
          </a:p>
        </p:txBody>
      </p:sp>
      <p:sp>
        <p:nvSpPr>
          <p:cNvPr id="10" name="TextBox 9">
            <a:extLst>
              <a:ext uri="{FF2B5EF4-FFF2-40B4-BE49-F238E27FC236}">
                <a16:creationId xmlns:a16="http://schemas.microsoft.com/office/drawing/2014/main" id="{4D90FB5C-FA3F-0AE2-8441-8C1A689B2B1F}"/>
              </a:ext>
            </a:extLst>
          </p:cNvPr>
          <p:cNvSpPr txBox="1"/>
          <p:nvPr/>
        </p:nvSpPr>
        <p:spPr>
          <a:xfrm>
            <a:off x="6701507" y="5398328"/>
            <a:ext cx="3862179" cy="307777"/>
          </a:xfrm>
          <a:prstGeom prst="rect">
            <a:avLst/>
          </a:prstGeom>
          <a:noFill/>
        </p:spPr>
        <p:txBody>
          <a:bodyPr wrap="square">
            <a:spAutoFit/>
          </a:bodyPr>
          <a:lstStyle/>
          <a:p>
            <a:pPr algn="ctr"/>
            <a:r>
              <a:rPr lang="vi-VN" sz="1400" b="1" i="1" dirty="0">
                <a:latin typeface="Arial" panose="020B0604020202020204" pitchFamily="34" charset="0"/>
                <a:cs typeface="Arial" panose="020B0604020202020204" pitchFamily="34" charset="0"/>
              </a:rPr>
              <a:t>Read transfer</a:t>
            </a:r>
            <a:endParaRPr lang="en-US" sz="1400" b="1" i="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98372105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57B596-9407-8D78-BFA7-52D0B6426B4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5BD75CB-EEC3-1D79-4048-89448FADC16B}"/>
              </a:ext>
            </a:extLst>
          </p:cNvPr>
          <p:cNvSpPr>
            <a:spLocks noGrp="1"/>
          </p:cNvSpPr>
          <p:nvPr>
            <p:ph type="title"/>
          </p:nvPr>
        </p:nvSpPr>
        <p:spPr>
          <a:xfrm>
            <a:off x="521208" y="978408"/>
            <a:ext cx="11155680" cy="585216"/>
          </a:xfrm>
        </p:spPr>
        <p:txBody>
          <a:bodyPr>
            <a:normAutofit fontScale="90000"/>
          </a:bodyPr>
          <a:lstStyle/>
          <a:p>
            <a:r>
              <a:rPr lang="en-US" dirty="0"/>
              <a:t>1. Specifications</a:t>
            </a:r>
          </a:p>
        </p:txBody>
      </p:sp>
      <p:sp>
        <p:nvSpPr>
          <p:cNvPr id="8" name="Date Placeholder 7">
            <a:extLst>
              <a:ext uri="{FF2B5EF4-FFF2-40B4-BE49-F238E27FC236}">
                <a16:creationId xmlns:a16="http://schemas.microsoft.com/office/drawing/2014/main" id="{443A53DF-476A-774C-7D56-06AA271D8274}"/>
              </a:ext>
            </a:extLst>
          </p:cNvPr>
          <p:cNvSpPr>
            <a:spLocks noGrp="1"/>
          </p:cNvSpPr>
          <p:nvPr>
            <p:ph type="dt" sz="half" idx="10"/>
          </p:nvPr>
        </p:nvSpPr>
        <p:spPr/>
        <p:txBody>
          <a:bodyPr/>
          <a:lstStyle/>
          <a:p>
            <a:fld id="{780F2533-275E-428B-B3B3-9CA4281B478F}" type="datetime1">
              <a:rPr lang="en-US" smtClean="0"/>
              <a:t>7/16/2026</a:t>
            </a:fld>
            <a:endParaRPr lang="en-US"/>
          </a:p>
        </p:txBody>
      </p:sp>
      <p:sp>
        <p:nvSpPr>
          <p:cNvPr id="9" name="Footer Placeholder 8">
            <a:extLst>
              <a:ext uri="{FF2B5EF4-FFF2-40B4-BE49-F238E27FC236}">
                <a16:creationId xmlns:a16="http://schemas.microsoft.com/office/drawing/2014/main" id="{8EE4214D-6F29-CB49-DA78-6C7AF4B989FF}"/>
              </a:ext>
            </a:extLst>
          </p:cNvPr>
          <p:cNvSpPr>
            <a:spLocks noGrp="1"/>
          </p:cNvSpPr>
          <p:nvPr>
            <p:ph type="ftr" sz="quarter" idx="11"/>
          </p:nvPr>
        </p:nvSpPr>
        <p:spPr/>
        <p:txBody>
          <a:bodyPr/>
          <a:lstStyle/>
          <a:p>
            <a:r>
              <a:rPr lang="en-US"/>
              <a:t>@copyright Hoang Bao Long</a:t>
            </a:r>
          </a:p>
        </p:txBody>
      </p:sp>
      <p:sp>
        <p:nvSpPr>
          <p:cNvPr id="11" name="Slide Number Placeholder 10">
            <a:extLst>
              <a:ext uri="{FF2B5EF4-FFF2-40B4-BE49-F238E27FC236}">
                <a16:creationId xmlns:a16="http://schemas.microsoft.com/office/drawing/2014/main" id="{F531924A-47D7-0653-9500-858EC53038FC}"/>
              </a:ext>
            </a:extLst>
          </p:cNvPr>
          <p:cNvSpPr>
            <a:spLocks noGrp="1"/>
          </p:cNvSpPr>
          <p:nvPr>
            <p:ph type="sldNum" sz="quarter" idx="12"/>
          </p:nvPr>
        </p:nvSpPr>
        <p:spPr/>
        <p:txBody>
          <a:bodyPr/>
          <a:lstStyle/>
          <a:p>
            <a:fld id="{148CC95F-0247-41B6-91CF-DC97C76A7088}" type="slidenum">
              <a:rPr lang="en-US" smtClean="0"/>
              <a:t>19</a:t>
            </a:fld>
            <a:endParaRPr lang="en-US"/>
          </a:p>
        </p:txBody>
      </p:sp>
      <p:sp>
        <p:nvSpPr>
          <p:cNvPr id="3" name="Title 1">
            <a:extLst>
              <a:ext uri="{FF2B5EF4-FFF2-40B4-BE49-F238E27FC236}">
                <a16:creationId xmlns:a16="http://schemas.microsoft.com/office/drawing/2014/main" id="{75B266C9-5460-F4DD-405C-94E132F33ADD}"/>
              </a:ext>
            </a:extLst>
          </p:cNvPr>
          <p:cNvSpPr txBox="1">
            <a:spLocks/>
          </p:cNvSpPr>
          <p:nvPr/>
        </p:nvSpPr>
        <p:spPr>
          <a:xfrm>
            <a:off x="652270" y="1668587"/>
            <a:ext cx="11125202" cy="425190"/>
          </a:xfrm>
          <a:prstGeom prst="rect">
            <a:avLst/>
          </a:prstGeom>
        </p:spPr>
        <p:txBody>
          <a:bodyPr vert="horz" lIns="0" tIns="0" rIns="0" bIns="0" rtlCol="0" anchor="t">
            <a:noAutofit/>
          </a:bodyPr>
          <a:lstStyle>
            <a:lvl1pPr algn="l" defTabSz="914400" rtl="0" eaLnBrk="1" latinLnBrk="0" hangingPunct="1">
              <a:lnSpc>
                <a:spcPct val="100000"/>
              </a:lnSpc>
              <a:spcBef>
                <a:spcPct val="0"/>
              </a:spcBef>
              <a:buNone/>
              <a:defRPr sz="3200" b="0" kern="1200" spc="0" baseline="0">
                <a:solidFill>
                  <a:schemeClr val="tx1"/>
                </a:solidFill>
                <a:latin typeface="+mj-lt"/>
                <a:ea typeface="+mj-ea"/>
                <a:cs typeface="+mj-cs"/>
              </a:defRPr>
            </a:lvl1pPr>
          </a:lstStyle>
          <a:p>
            <a:r>
              <a:rPr lang="vi-VN" sz="2600" b="1" dirty="0"/>
              <a:t>1.4. APB Transfer – Protection until support</a:t>
            </a:r>
            <a:endParaRPr lang="en-US" sz="2600" b="1" dirty="0"/>
          </a:p>
        </p:txBody>
      </p:sp>
      <p:sp>
        <p:nvSpPr>
          <p:cNvPr id="4" name="TextBox 3">
            <a:extLst>
              <a:ext uri="{FF2B5EF4-FFF2-40B4-BE49-F238E27FC236}">
                <a16:creationId xmlns:a16="http://schemas.microsoft.com/office/drawing/2014/main" id="{AD9DF0B2-B3C8-223D-FD56-70C4EEEF90F3}"/>
              </a:ext>
            </a:extLst>
          </p:cNvPr>
          <p:cNvSpPr txBox="1"/>
          <p:nvPr/>
        </p:nvSpPr>
        <p:spPr>
          <a:xfrm>
            <a:off x="521208" y="2052779"/>
            <a:ext cx="11033442" cy="923330"/>
          </a:xfrm>
          <a:prstGeom prst="rect">
            <a:avLst/>
          </a:prstGeom>
          <a:noFill/>
        </p:spPr>
        <p:txBody>
          <a:bodyPr wrap="square">
            <a:spAutoFit/>
          </a:bodyPr>
          <a:lstStyle/>
          <a:p>
            <a:r>
              <a:rPr lang="en-US" b="0" i="0" dirty="0">
                <a:solidFill>
                  <a:srgbClr val="222222"/>
                </a:solidFill>
                <a:effectLst/>
                <a:latin typeface="Arial" panose="020B0604020202020204" pitchFamily="34" charset="0"/>
                <a:cs typeface="Arial" panose="020B0604020202020204" pitchFamily="34" charset="0"/>
              </a:rPr>
              <a:t>To support complex system designs, it is often necessary for both the interconnect and other devices in the system to provide protection against illegal transactions.  It is provided by Protection Unit in APB Protocol. The signals indicating the protection unit are PPROT[2:0].</a:t>
            </a:r>
            <a:endParaRPr lang="en-US" dirty="0">
              <a:latin typeface="Arial" panose="020B0604020202020204" pitchFamily="34" charset="0"/>
              <a:cs typeface="Arial" panose="020B0604020202020204" pitchFamily="34" charset="0"/>
            </a:endParaRPr>
          </a:p>
        </p:txBody>
      </p:sp>
      <p:graphicFrame>
        <p:nvGraphicFramePr>
          <p:cNvPr id="5" name="Table 4">
            <a:extLst>
              <a:ext uri="{FF2B5EF4-FFF2-40B4-BE49-F238E27FC236}">
                <a16:creationId xmlns:a16="http://schemas.microsoft.com/office/drawing/2014/main" id="{35F28FDE-66F3-86AC-06B2-22CC0599DC22}"/>
              </a:ext>
            </a:extLst>
          </p:cNvPr>
          <p:cNvGraphicFramePr>
            <a:graphicFrameLocks noGrp="1"/>
          </p:cNvGraphicFramePr>
          <p:nvPr>
            <p:extLst>
              <p:ext uri="{D42A27DB-BD31-4B8C-83A1-F6EECF244321}">
                <p14:modId xmlns:p14="http://schemas.microsoft.com/office/powerpoint/2010/main" val="43664182"/>
              </p:ext>
            </p:extLst>
          </p:nvPr>
        </p:nvGraphicFramePr>
        <p:xfrm>
          <a:off x="886635" y="2976109"/>
          <a:ext cx="10302588" cy="3535680"/>
        </p:xfrm>
        <a:graphic>
          <a:graphicData uri="http://schemas.openxmlformats.org/drawingml/2006/table">
            <a:tbl>
              <a:tblPr firstRow="1" bandRow="1">
                <a:tableStyleId>{073A0DAA-6AF3-43AB-8588-CEC1D06C72B9}</a:tableStyleId>
              </a:tblPr>
              <a:tblGrid>
                <a:gridCol w="1659929">
                  <a:extLst>
                    <a:ext uri="{9D8B030D-6E8A-4147-A177-3AD203B41FA5}">
                      <a16:colId xmlns:a16="http://schemas.microsoft.com/office/drawing/2014/main" val="1108912286"/>
                    </a:ext>
                  </a:extLst>
                </a:gridCol>
                <a:gridCol w="1494203">
                  <a:extLst>
                    <a:ext uri="{9D8B030D-6E8A-4147-A177-3AD203B41FA5}">
                      <a16:colId xmlns:a16="http://schemas.microsoft.com/office/drawing/2014/main" val="2272246613"/>
                    </a:ext>
                  </a:extLst>
                </a:gridCol>
                <a:gridCol w="4490615">
                  <a:extLst>
                    <a:ext uri="{9D8B030D-6E8A-4147-A177-3AD203B41FA5}">
                      <a16:colId xmlns:a16="http://schemas.microsoft.com/office/drawing/2014/main" val="10821907"/>
                    </a:ext>
                  </a:extLst>
                </a:gridCol>
                <a:gridCol w="2657841">
                  <a:extLst>
                    <a:ext uri="{9D8B030D-6E8A-4147-A177-3AD203B41FA5}">
                      <a16:colId xmlns:a16="http://schemas.microsoft.com/office/drawing/2014/main" val="3160994262"/>
                    </a:ext>
                  </a:extLst>
                </a:gridCol>
              </a:tblGrid>
              <a:tr h="286012">
                <a:tc>
                  <a:txBody>
                    <a:bodyPr/>
                    <a:lstStyle/>
                    <a:p>
                      <a:pPr algn="ctr"/>
                      <a:r>
                        <a:rPr lang="en-US" sz="1600" dirty="0">
                          <a:solidFill>
                            <a:schemeClr val="bg1"/>
                          </a:solidFill>
                        </a:rPr>
                        <a:t>PPROT</a:t>
                      </a:r>
                      <a:endParaRPr lang="en-US" sz="1600" dirty="0">
                        <a:solidFill>
                          <a:schemeClr val="bg1"/>
                        </a:solidFill>
                        <a:latin typeface="Arial" panose="020B0604020202020204" pitchFamily="34" charset="0"/>
                        <a:cs typeface="Arial" panose="020B0604020202020204" pitchFamily="34" charset="0"/>
                      </a:endParaRPr>
                    </a:p>
                  </a:txBody>
                  <a:tcPr/>
                </a:tc>
                <a:tc>
                  <a:txBody>
                    <a:bodyPr/>
                    <a:lstStyle/>
                    <a:p>
                      <a:pPr algn="ctr"/>
                      <a:r>
                        <a:rPr lang="en-US" sz="1600">
                          <a:solidFill>
                            <a:schemeClr val="bg1"/>
                          </a:solidFill>
                        </a:rPr>
                        <a:t>Protection</a:t>
                      </a:r>
                      <a:endParaRPr lang="en-US" sz="1600">
                        <a:solidFill>
                          <a:schemeClr val="bg1"/>
                        </a:solidFill>
                        <a:latin typeface="Arial" panose="020B0604020202020204" pitchFamily="34" charset="0"/>
                        <a:cs typeface="Arial" panose="020B0604020202020204" pitchFamily="34" charset="0"/>
                      </a:endParaRPr>
                    </a:p>
                  </a:txBody>
                  <a:tcPr/>
                </a:tc>
                <a:tc>
                  <a:txBody>
                    <a:bodyPr/>
                    <a:lstStyle/>
                    <a:p>
                      <a:pPr algn="ctr"/>
                      <a:r>
                        <a:rPr lang="en-US" sz="1600" dirty="0">
                          <a:solidFill>
                            <a:schemeClr val="bg1"/>
                          </a:solidFill>
                        </a:rPr>
                        <a:t>Description</a:t>
                      </a:r>
                      <a:endParaRPr lang="en-US" sz="1600" dirty="0">
                        <a:solidFill>
                          <a:schemeClr val="bg1"/>
                        </a:solidFill>
                        <a:latin typeface="Arial" panose="020B0604020202020204" pitchFamily="34" charset="0"/>
                        <a:cs typeface="Arial" panose="020B0604020202020204" pitchFamily="34" charset="0"/>
                      </a:endParaRPr>
                    </a:p>
                  </a:txBody>
                  <a:tcPr/>
                </a:tc>
                <a:tc>
                  <a:txBody>
                    <a:bodyPr/>
                    <a:lstStyle/>
                    <a:p>
                      <a:pPr algn="ctr"/>
                      <a:r>
                        <a:rPr lang="en-US" sz="1600">
                          <a:solidFill>
                            <a:schemeClr val="bg1"/>
                          </a:solidFill>
                        </a:rPr>
                        <a:t>Comments</a:t>
                      </a:r>
                      <a:endParaRPr lang="en-US" sz="1600">
                        <a:solidFill>
                          <a:schemeClr val="bg1"/>
                        </a:solidFill>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3816104531"/>
                  </a:ext>
                </a:extLst>
              </a:tr>
              <a:tr h="910039">
                <a:tc>
                  <a:txBody>
                    <a:bodyPr/>
                    <a:lstStyle/>
                    <a:p>
                      <a:pPr algn="ctr"/>
                      <a:r>
                        <a:rPr lang="en-US" sz="1600"/>
                        <a:t>PPROT[0]</a:t>
                      </a:r>
                      <a:endParaRPr lang="en-US" sz="1600">
                        <a:latin typeface="Arial" panose="020B0604020202020204" pitchFamily="34" charset="0"/>
                        <a:cs typeface="Arial" panose="020B060402020202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a:t>Normal or Privileged</a:t>
                      </a:r>
                      <a:endParaRPr lang="en-IN" sz="1600" dirty="0">
                        <a:solidFill>
                          <a:schemeClr val="tx1"/>
                        </a:solidFill>
                        <a:latin typeface="Arial" panose="020B0604020202020204" pitchFamily="34" charset="0"/>
                        <a:cs typeface="Arial" panose="020B0604020202020204" pitchFamily="34" charset="0"/>
                      </a:endParaRPr>
                    </a:p>
                  </a:txBody>
                  <a:tcPr/>
                </a:tc>
                <a:tc>
                  <a:txBody>
                    <a:bodyPr/>
                    <a:lstStyle/>
                    <a:p>
                      <a:pPr algn="l"/>
                      <a:r>
                        <a:rPr lang="en-US" sz="1600"/>
                        <a:t>PPROT[0] is used by Requesters to indicate processing mode. A privileged processing mode typically has a greater level of access within a system.</a:t>
                      </a:r>
                      <a:endParaRPr lang="en-US" sz="1600">
                        <a:latin typeface="Arial" panose="020B0604020202020204" pitchFamily="34" charset="0"/>
                        <a:cs typeface="Arial" panose="020B0604020202020204" pitchFamily="34" charset="0"/>
                      </a:endParaRPr>
                    </a:p>
                  </a:txBody>
                  <a:tcPr/>
                </a:tc>
                <a:tc>
                  <a:txBody>
                    <a:bodyPr/>
                    <a:lstStyle/>
                    <a:p>
                      <a:pPr marL="285750" indent="-285750" algn="l">
                        <a:buFont typeface="Arial" panose="020B0604020202020204" pitchFamily="34" charset="0"/>
                        <a:buChar char="•"/>
                      </a:pPr>
                      <a:r>
                        <a:rPr lang="en-US" sz="1600"/>
                        <a:t>LOW indicates normal access. </a:t>
                      </a:r>
                    </a:p>
                    <a:p>
                      <a:pPr marL="285750" indent="-285750" algn="l">
                        <a:buFont typeface="Arial" panose="020B0604020202020204" pitchFamily="34" charset="0"/>
                        <a:buChar char="•"/>
                      </a:pPr>
                      <a:r>
                        <a:rPr lang="en-US" sz="1600"/>
                        <a:t>HIGH indicates privileged access.</a:t>
                      </a:r>
                      <a:endParaRPr lang="en-US" sz="160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4131091150"/>
                  </a:ext>
                </a:extLst>
              </a:tr>
              <a:tr h="910039">
                <a:tc>
                  <a:txBody>
                    <a:bodyPr/>
                    <a:lstStyle/>
                    <a:p>
                      <a:pPr algn="ctr"/>
                      <a:r>
                        <a:rPr lang="en-IN" sz="1600">
                          <a:solidFill>
                            <a:schemeClr val="tx1"/>
                          </a:solidFill>
                        </a:rPr>
                        <a:t>PPROT[1]</a:t>
                      </a:r>
                      <a:endParaRPr lang="en-IN" sz="1600" dirty="0">
                        <a:solidFill>
                          <a:schemeClr val="tx1"/>
                        </a:solidFill>
                        <a:latin typeface="Arial" panose="020B0604020202020204" pitchFamily="34" charset="0"/>
                        <a:cs typeface="Arial" panose="020B060402020202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a:t>Secure or Non-secure</a:t>
                      </a:r>
                      <a:endParaRPr lang="en-IN" sz="1600">
                        <a:solidFill>
                          <a:schemeClr val="tx1"/>
                        </a:solidFill>
                        <a:latin typeface="Arial" panose="020B0604020202020204" pitchFamily="34" charset="0"/>
                        <a:cs typeface="Arial" panose="020B0604020202020204" pitchFamily="34" charset="0"/>
                      </a:endParaRPr>
                    </a:p>
                  </a:txBody>
                  <a:tcPr/>
                </a:tc>
                <a:tc>
                  <a:txBody>
                    <a:bodyPr/>
                    <a:lstStyle/>
                    <a:p>
                      <a:pPr algn="l"/>
                      <a:r>
                        <a:rPr lang="en-US" sz="1600"/>
                        <a:t>PPROT[1] is used in systems where a greater degree of differentiation between processing modes is required. </a:t>
                      </a:r>
                      <a:endParaRPr lang="en-IN" sz="1600" dirty="0">
                        <a:solidFill>
                          <a:schemeClr val="tx1"/>
                        </a:solidFill>
                        <a:latin typeface="Arial" panose="020B0604020202020204" pitchFamily="34" charset="0"/>
                        <a:cs typeface="Arial" panose="020B0604020202020204" pitchFamily="34" charset="0"/>
                      </a:endParaRPr>
                    </a:p>
                  </a:txBody>
                  <a:tcPr/>
                </a:tc>
                <a:tc>
                  <a:txBody>
                    <a:bodyPr/>
                    <a:lstStyle/>
                    <a:p>
                      <a:pPr marL="285750" indent="-285750" algn="l">
                        <a:buFont typeface="Arial" panose="020B0604020202020204" pitchFamily="34" charset="0"/>
                        <a:buChar char="•"/>
                      </a:pPr>
                      <a:r>
                        <a:rPr lang="en-US" sz="1600"/>
                        <a:t>LOW indicates secure access.</a:t>
                      </a:r>
                    </a:p>
                    <a:p>
                      <a:pPr marL="285750" indent="-285750" algn="l">
                        <a:buFont typeface="Arial" panose="020B0604020202020204" pitchFamily="34" charset="0"/>
                        <a:buChar char="•"/>
                      </a:pPr>
                      <a:r>
                        <a:rPr lang="en-US" sz="1600"/>
                        <a:t>HIGH indicates non-secure access</a:t>
                      </a:r>
                      <a:endParaRPr lang="en-IN" sz="1600" dirty="0">
                        <a:solidFill>
                          <a:schemeClr val="tx1"/>
                        </a:solidFill>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2693422610"/>
                  </a:ext>
                </a:extLst>
              </a:tr>
              <a:tr h="910039">
                <a:tc>
                  <a:txBody>
                    <a:bodyPr/>
                    <a:lstStyle/>
                    <a:p>
                      <a:pPr algn="ctr"/>
                      <a:r>
                        <a:rPr lang="en-IN" sz="1600">
                          <a:solidFill>
                            <a:schemeClr val="tx1"/>
                          </a:solidFill>
                        </a:rPr>
                        <a:t>PPROT[2]</a:t>
                      </a:r>
                      <a:endParaRPr lang="en-IN" sz="1600" dirty="0">
                        <a:solidFill>
                          <a:schemeClr val="tx1"/>
                        </a:solidFill>
                        <a:latin typeface="Arial" panose="020B0604020202020204" pitchFamily="34" charset="0"/>
                        <a:cs typeface="Arial" panose="020B060402020202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a:t>Data or Instruction</a:t>
                      </a:r>
                      <a:endParaRPr lang="en-IN" sz="1600" dirty="0">
                        <a:solidFill>
                          <a:schemeClr val="tx1"/>
                        </a:solidFill>
                        <a:latin typeface="Arial" panose="020B0604020202020204" pitchFamily="34" charset="0"/>
                        <a:cs typeface="Arial" panose="020B0604020202020204" pitchFamily="34" charset="0"/>
                      </a:endParaRPr>
                    </a:p>
                  </a:txBody>
                  <a:tcPr/>
                </a:tc>
                <a:tc>
                  <a:txBody>
                    <a:bodyPr/>
                    <a:lstStyle/>
                    <a:p>
                      <a:pPr algn="l"/>
                      <a:r>
                        <a:rPr lang="en-US" sz="1600"/>
                        <a:t>PPROT[2] gives an indication if the transaction is a data or instruction access. The transaction indication is provided as a hint and might not be accurate in all cases. </a:t>
                      </a:r>
                      <a:endParaRPr lang="en-IN" sz="1600" dirty="0">
                        <a:solidFill>
                          <a:schemeClr val="tx1"/>
                        </a:solidFill>
                        <a:latin typeface="Arial" panose="020B0604020202020204" pitchFamily="34" charset="0"/>
                        <a:cs typeface="Arial" panose="020B0604020202020204" pitchFamily="34" charset="0"/>
                      </a:endParaRPr>
                    </a:p>
                  </a:txBody>
                  <a:tcPr/>
                </a:tc>
                <a:tc>
                  <a:txBody>
                    <a:bodyPr/>
                    <a:lstStyle/>
                    <a:p>
                      <a:pPr marL="285750" indent="-285750" algn="l">
                        <a:buFont typeface="Arial" panose="020B0604020202020204" pitchFamily="34" charset="0"/>
                        <a:buChar char="•"/>
                      </a:pPr>
                      <a:r>
                        <a:rPr lang="en-US" sz="1600" dirty="0"/>
                        <a:t>LOW indicates data access.</a:t>
                      </a:r>
                    </a:p>
                    <a:p>
                      <a:pPr marL="285750" indent="-285750" algn="l">
                        <a:buFont typeface="Arial" panose="020B0604020202020204" pitchFamily="34" charset="0"/>
                        <a:buChar char="•"/>
                      </a:pPr>
                      <a:r>
                        <a:rPr lang="en-US" sz="1600" dirty="0"/>
                        <a:t>HIGH indicates instruction access.</a:t>
                      </a:r>
                      <a:endParaRPr lang="en-IN" sz="1600" dirty="0">
                        <a:solidFill>
                          <a:schemeClr val="tx1"/>
                        </a:solidFill>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363023051"/>
                  </a:ext>
                </a:extLst>
              </a:tr>
            </a:tbl>
          </a:graphicData>
        </a:graphic>
      </p:graphicFrame>
    </p:spTree>
    <p:extLst>
      <p:ext uri="{BB962C8B-B14F-4D97-AF65-F5344CB8AC3E}">
        <p14:creationId xmlns:p14="http://schemas.microsoft.com/office/powerpoint/2010/main" val="52063461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5FB81D-ADD5-FD31-8045-396C73B21D0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F66C53A-2247-984E-696C-5B6450E519C1}"/>
              </a:ext>
            </a:extLst>
          </p:cNvPr>
          <p:cNvSpPr>
            <a:spLocks noGrp="1"/>
          </p:cNvSpPr>
          <p:nvPr>
            <p:ph type="title"/>
          </p:nvPr>
        </p:nvSpPr>
        <p:spPr>
          <a:xfrm>
            <a:off x="521208" y="978408"/>
            <a:ext cx="11155680" cy="585216"/>
          </a:xfrm>
        </p:spPr>
        <p:txBody>
          <a:bodyPr>
            <a:normAutofit fontScale="90000"/>
          </a:bodyPr>
          <a:lstStyle/>
          <a:p>
            <a:r>
              <a:rPr lang="en-US"/>
              <a:t>1. Specifications</a:t>
            </a:r>
          </a:p>
        </p:txBody>
      </p:sp>
      <p:sp>
        <p:nvSpPr>
          <p:cNvPr id="8" name="Date Placeholder 7">
            <a:extLst>
              <a:ext uri="{FF2B5EF4-FFF2-40B4-BE49-F238E27FC236}">
                <a16:creationId xmlns:a16="http://schemas.microsoft.com/office/drawing/2014/main" id="{2A00EC73-EF9C-BF99-9872-F878CD3E6AFB}"/>
              </a:ext>
            </a:extLst>
          </p:cNvPr>
          <p:cNvSpPr>
            <a:spLocks noGrp="1"/>
          </p:cNvSpPr>
          <p:nvPr>
            <p:ph type="dt" sz="half" idx="10"/>
          </p:nvPr>
        </p:nvSpPr>
        <p:spPr/>
        <p:txBody>
          <a:bodyPr/>
          <a:lstStyle/>
          <a:p>
            <a:fld id="{780F2533-275E-428B-B3B3-9CA4281B478F}" type="datetime1">
              <a:rPr lang="en-US" smtClean="0"/>
              <a:t>7/16/2026</a:t>
            </a:fld>
            <a:endParaRPr lang="en-US"/>
          </a:p>
        </p:txBody>
      </p:sp>
      <p:sp>
        <p:nvSpPr>
          <p:cNvPr id="9" name="Footer Placeholder 8">
            <a:extLst>
              <a:ext uri="{FF2B5EF4-FFF2-40B4-BE49-F238E27FC236}">
                <a16:creationId xmlns:a16="http://schemas.microsoft.com/office/drawing/2014/main" id="{E8C7BC74-5E14-4DBE-1760-557135FAC745}"/>
              </a:ext>
            </a:extLst>
          </p:cNvPr>
          <p:cNvSpPr>
            <a:spLocks noGrp="1"/>
          </p:cNvSpPr>
          <p:nvPr>
            <p:ph type="ftr" sz="quarter" idx="11"/>
          </p:nvPr>
        </p:nvSpPr>
        <p:spPr/>
        <p:txBody>
          <a:bodyPr/>
          <a:lstStyle/>
          <a:p>
            <a:r>
              <a:rPr lang="en-US"/>
              <a:t>@copyright Hoang Bao Long</a:t>
            </a:r>
          </a:p>
        </p:txBody>
      </p:sp>
      <p:sp>
        <p:nvSpPr>
          <p:cNvPr id="11" name="Slide Number Placeholder 10">
            <a:extLst>
              <a:ext uri="{FF2B5EF4-FFF2-40B4-BE49-F238E27FC236}">
                <a16:creationId xmlns:a16="http://schemas.microsoft.com/office/drawing/2014/main" id="{2190852B-A7A0-C2FB-6BC3-E22AEEEEBAD8}"/>
              </a:ext>
            </a:extLst>
          </p:cNvPr>
          <p:cNvSpPr>
            <a:spLocks noGrp="1"/>
          </p:cNvSpPr>
          <p:nvPr>
            <p:ph type="sldNum" sz="quarter" idx="12"/>
          </p:nvPr>
        </p:nvSpPr>
        <p:spPr/>
        <p:txBody>
          <a:bodyPr/>
          <a:lstStyle/>
          <a:p>
            <a:fld id="{148CC95F-0247-41B6-91CF-DC97C76A7088}" type="slidenum">
              <a:rPr lang="en-US" smtClean="0"/>
              <a:t>20</a:t>
            </a:fld>
            <a:endParaRPr lang="en-US"/>
          </a:p>
        </p:txBody>
      </p:sp>
      <p:sp>
        <p:nvSpPr>
          <p:cNvPr id="3" name="Title 1">
            <a:extLst>
              <a:ext uri="{FF2B5EF4-FFF2-40B4-BE49-F238E27FC236}">
                <a16:creationId xmlns:a16="http://schemas.microsoft.com/office/drawing/2014/main" id="{92494290-9BBC-9646-6969-B470CB008521}"/>
              </a:ext>
            </a:extLst>
          </p:cNvPr>
          <p:cNvSpPr txBox="1">
            <a:spLocks/>
          </p:cNvSpPr>
          <p:nvPr/>
        </p:nvSpPr>
        <p:spPr>
          <a:xfrm>
            <a:off x="652270" y="1668587"/>
            <a:ext cx="11125202" cy="425190"/>
          </a:xfrm>
          <a:prstGeom prst="rect">
            <a:avLst/>
          </a:prstGeom>
        </p:spPr>
        <p:txBody>
          <a:bodyPr vert="horz" lIns="0" tIns="0" rIns="0" bIns="0" rtlCol="0" anchor="t">
            <a:noAutofit/>
          </a:bodyPr>
          <a:lstStyle>
            <a:lvl1pPr algn="l" defTabSz="914400" rtl="0" eaLnBrk="1" latinLnBrk="0" hangingPunct="1">
              <a:lnSpc>
                <a:spcPct val="100000"/>
              </a:lnSpc>
              <a:spcBef>
                <a:spcPct val="0"/>
              </a:spcBef>
              <a:buNone/>
              <a:defRPr sz="3200" b="0" kern="1200" spc="0" baseline="0">
                <a:solidFill>
                  <a:schemeClr val="tx1"/>
                </a:solidFill>
                <a:latin typeface="+mj-lt"/>
                <a:ea typeface="+mj-ea"/>
                <a:cs typeface="+mj-cs"/>
              </a:defRPr>
            </a:lvl1pPr>
          </a:lstStyle>
          <a:p>
            <a:r>
              <a:rPr lang="vi-VN" sz="2600" b="1" dirty="0"/>
              <a:t>1.4. APB Operation States</a:t>
            </a:r>
            <a:endParaRPr lang="en-US" sz="2600" b="1" dirty="0"/>
          </a:p>
        </p:txBody>
      </p:sp>
      <p:pic>
        <p:nvPicPr>
          <p:cNvPr id="6" name="Picture 5" descr="A diagram of a system&#10;&#10;AI-generated content may be incorrect.">
            <a:extLst>
              <a:ext uri="{FF2B5EF4-FFF2-40B4-BE49-F238E27FC236}">
                <a16:creationId xmlns:a16="http://schemas.microsoft.com/office/drawing/2014/main" id="{3C422ADF-0262-66F8-B20A-EBF71126F572}"/>
              </a:ext>
            </a:extLst>
          </p:cNvPr>
          <p:cNvPicPr>
            <a:picLocks noChangeAspect="1"/>
          </p:cNvPicPr>
          <p:nvPr/>
        </p:nvPicPr>
        <p:blipFill>
          <a:blip r:embed="rId2"/>
          <a:stretch>
            <a:fillRect/>
          </a:stretch>
        </p:blipFill>
        <p:spPr>
          <a:xfrm>
            <a:off x="6324600" y="1524000"/>
            <a:ext cx="4932866" cy="4953000"/>
          </a:xfrm>
          <a:prstGeom prst="rect">
            <a:avLst/>
          </a:prstGeom>
        </p:spPr>
      </p:pic>
      <p:graphicFrame>
        <p:nvGraphicFramePr>
          <p:cNvPr id="7" name="Table 6">
            <a:extLst>
              <a:ext uri="{FF2B5EF4-FFF2-40B4-BE49-F238E27FC236}">
                <a16:creationId xmlns:a16="http://schemas.microsoft.com/office/drawing/2014/main" id="{3BA7C388-61D9-8991-0114-766246F29473}"/>
              </a:ext>
            </a:extLst>
          </p:cNvPr>
          <p:cNvGraphicFramePr>
            <a:graphicFrameLocks noGrp="1"/>
          </p:cNvGraphicFramePr>
          <p:nvPr>
            <p:extLst>
              <p:ext uri="{D42A27DB-BD31-4B8C-83A1-F6EECF244321}">
                <p14:modId xmlns:p14="http://schemas.microsoft.com/office/powerpoint/2010/main" val="233266159"/>
              </p:ext>
            </p:extLst>
          </p:nvPr>
        </p:nvGraphicFramePr>
        <p:xfrm>
          <a:off x="508317" y="2799759"/>
          <a:ext cx="5719950" cy="2926080"/>
        </p:xfrm>
        <a:graphic>
          <a:graphicData uri="http://schemas.openxmlformats.org/drawingml/2006/table">
            <a:tbl>
              <a:tblPr firstRow="1" bandRow="1">
                <a:tableStyleId>{5C22544A-7EE6-4342-B048-85BDC9FD1C3A}</a:tableStyleId>
              </a:tblPr>
              <a:tblGrid>
                <a:gridCol w="1472883">
                  <a:extLst>
                    <a:ext uri="{9D8B030D-6E8A-4147-A177-3AD203B41FA5}">
                      <a16:colId xmlns:a16="http://schemas.microsoft.com/office/drawing/2014/main" val="288523792"/>
                    </a:ext>
                  </a:extLst>
                </a:gridCol>
                <a:gridCol w="4247067">
                  <a:extLst>
                    <a:ext uri="{9D8B030D-6E8A-4147-A177-3AD203B41FA5}">
                      <a16:colId xmlns:a16="http://schemas.microsoft.com/office/drawing/2014/main" val="4248578073"/>
                    </a:ext>
                  </a:extLst>
                </a:gridCol>
              </a:tblGrid>
              <a:tr h="370840">
                <a:tc>
                  <a:txBody>
                    <a:bodyPr/>
                    <a:lstStyle/>
                    <a:p>
                      <a:r>
                        <a:rPr lang="en-US" b="1">
                          <a:solidFill>
                            <a:schemeClr val="tx1"/>
                          </a:solidFill>
                          <a:latin typeface="Arial" panose="020B0604020202020204" pitchFamily="34" charset="0"/>
                          <a:cs typeface="Arial" panose="020B0604020202020204" pitchFamily="34" charset="0"/>
                        </a:rPr>
                        <a:t>IDLE</a:t>
                      </a:r>
                    </a:p>
                  </a:txBody>
                  <a:tcPr>
                    <a:lnL w="12700" cmpd="sng">
                      <a:noFill/>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b="0">
                          <a:solidFill>
                            <a:schemeClr val="tx1"/>
                          </a:solidFill>
                          <a:latin typeface="Arial" panose="020B0604020202020204" pitchFamily="34" charset="0"/>
                          <a:cs typeface="Arial" panose="020B0604020202020204" pitchFamily="34" charset="0"/>
                        </a:rPr>
                        <a:t>This is the default state of the APB interface.</a:t>
                      </a:r>
                    </a:p>
                  </a:txBody>
                  <a:tcPr>
                    <a:lnL w="12700" cap="flat" cmpd="sng" algn="ctr">
                      <a:solidFill>
                        <a:schemeClr val="tx1"/>
                      </a:solidFill>
                      <a:prstDash val="solid"/>
                      <a:round/>
                      <a:headEnd type="none" w="med" len="med"/>
                      <a:tailEnd type="none" w="med" len="med"/>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708999248"/>
                  </a:ext>
                </a:extLst>
              </a:tr>
              <a:tr h="370840">
                <a:tc>
                  <a:txBody>
                    <a:bodyPr/>
                    <a:lstStyle/>
                    <a:p>
                      <a:r>
                        <a:rPr lang="en-US" b="1">
                          <a:solidFill>
                            <a:schemeClr val="tx1"/>
                          </a:solidFill>
                          <a:latin typeface="Arial" panose="020B0604020202020204" pitchFamily="34" charset="0"/>
                          <a:cs typeface="Arial" panose="020B0604020202020204" pitchFamily="34" charset="0"/>
                        </a:rPr>
                        <a:t>SETUP</a:t>
                      </a:r>
                    </a:p>
                  </a:txBody>
                  <a:tcP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c>
                  <a:txBody>
                    <a:bodyPr/>
                    <a:lstStyle/>
                    <a:p>
                      <a:r>
                        <a:rPr lang="en-US" dirty="0">
                          <a:latin typeface="Arial" panose="020B0604020202020204" pitchFamily="34" charset="0"/>
                          <a:cs typeface="Arial" panose="020B0604020202020204" pitchFamily="34" charset="0"/>
                        </a:rPr>
                        <a:t>When a transfer is required, the interface moves into the SETUP state, where the appropriate select signal, </a:t>
                      </a:r>
                      <a:r>
                        <a:rPr lang="en-US" dirty="0" err="1">
                          <a:latin typeface="Arial" panose="020B0604020202020204" pitchFamily="34" charset="0"/>
                          <a:cs typeface="Arial" panose="020B0604020202020204" pitchFamily="34" charset="0"/>
                        </a:rPr>
                        <a:t>PSELx</a:t>
                      </a:r>
                      <a:r>
                        <a:rPr lang="en-US" dirty="0">
                          <a:latin typeface="Arial" panose="020B0604020202020204" pitchFamily="34" charset="0"/>
                          <a:cs typeface="Arial" panose="020B0604020202020204" pitchFamily="34" charset="0"/>
                        </a:rPr>
                        <a:t>, is asserted. The interface only remains in the SETUP state for one clock cycle and always moves to the ACCESS state on the next rising edge of the clock.</a:t>
                      </a:r>
                      <a:endParaRPr lang="en-US" b="0" dirty="0">
                        <a:solidFill>
                          <a:schemeClr val="tx1"/>
                        </a:solidFill>
                        <a:latin typeface="Arial" panose="020B0604020202020204" pitchFamily="34"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551320991"/>
                  </a:ext>
                </a:extLst>
              </a:tr>
            </a:tbl>
          </a:graphicData>
        </a:graphic>
      </p:graphicFrame>
    </p:spTree>
    <p:extLst>
      <p:ext uri="{BB962C8B-B14F-4D97-AF65-F5344CB8AC3E}">
        <p14:creationId xmlns:p14="http://schemas.microsoft.com/office/powerpoint/2010/main" val="291551219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20964E-D57C-4BEE-BF46-7F8D7ED4606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72A7E3C-667D-F2FF-C6B0-DF197A74B165}"/>
              </a:ext>
            </a:extLst>
          </p:cNvPr>
          <p:cNvSpPr>
            <a:spLocks noGrp="1"/>
          </p:cNvSpPr>
          <p:nvPr>
            <p:ph type="title"/>
          </p:nvPr>
        </p:nvSpPr>
        <p:spPr>
          <a:xfrm>
            <a:off x="521208" y="978408"/>
            <a:ext cx="11155680" cy="585216"/>
          </a:xfrm>
        </p:spPr>
        <p:txBody>
          <a:bodyPr>
            <a:normAutofit fontScale="90000"/>
          </a:bodyPr>
          <a:lstStyle/>
          <a:p>
            <a:r>
              <a:rPr lang="en-US"/>
              <a:t>1. Specifications</a:t>
            </a:r>
          </a:p>
        </p:txBody>
      </p:sp>
      <p:sp>
        <p:nvSpPr>
          <p:cNvPr id="8" name="Date Placeholder 7">
            <a:extLst>
              <a:ext uri="{FF2B5EF4-FFF2-40B4-BE49-F238E27FC236}">
                <a16:creationId xmlns:a16="http://schemas.microsoft.com/office/drawing/2014/main" id="{AA097FBD-8218-1BB2-7613-9D69B8C2927F}"/>
              </a:ext>
            </a:extLst>
          </p:cNvPr>
          <p:cNvSpPr>
            <a:spLocks noGrp="1"/>
          </p:cNvSpPr>
          <p:nvPr>
            <p:ph type="dt" sz="half" idx="10"/>
          </p:nvPr>
        </p:nvSpPr>
        <p:spPr/>
        <p:txBody>
          <a:bodyPr/>
          <a:lstStyle/>
          <a:p>
            <a:fld id="{780F2533-275E-428B-B3B3-9CA4281B478F}" type="datetime1">
              <a:rPr lang="en-US" smtClean="0"/>
              <a:t>7/16/2026</a:t>
            </a:fld>
            <a:endParaRPr lang="en-US"/>
          </a:p>
        </p:txBody>
      </p:sp>
      <p:sp>
        <p:nvSpPr>
          <p:cNvPr id="9" name="Footer Placeholder 8">
            <a:extLst>
              <a:ext uri="{FF2B5EF4-FFF2-40B4-BE49-F238E27FC236}">
                <a16:creationId xmlns:a16="http://schemas.microsoft.com/office/drawing/2014/main" id="{DECA9A08-6F8D-58D5-305D-FE949432A4A5}"/>
              </a:ext>
            </a:extLst>
          </p:cNvPr>
          <p:cNvSpPr>
            <a:spLocks noGrp="1"/>
          </p:cNvSpPr>
          <p:nvPr>
            <p:ph type="ftr" sz="quarter" idx="11"/>
          </p:nvPr>
        </p:nvSpPr>
        <p:spPr/>
        <p:txBody>
          <a:bodyPr/>
          <a:lstStyle/>
          <a:p>
            <a:r>
              <a:rPr lang="en-US"/>
              <a:t>@copyright Hoang Bao Long</a:t>
            </a:r>
          </a:p>
        </p:txBody>
      </p:sp>
      <p:sp>
        <p:nvSpPr>
          <p:cNvPr id="11" name="Slide Number Placeholder 10">
            <a:extLst>
              <a:ext uri="{FF2B5EF4-FFF2-40B4-BE49-F238E27FC236}">
                <a16:creationId xmlns:a16="http://schemas.microsoft.com/office/drawing/2014/main" id="{72071EC6-92E9-927F-6A30-974DF2F1EA82}"/>
              </a:ext>
            </a:extLst>
          </p:cNvPr>
          <p:cNvSpPr>
            <a:spLocks noGrp="1"/>
          </p:cNvSpPr>
          <p:nvPr>
            <p:ph type="sldNum" sz="quarter" idx="12"/>
          </p:nvPr>
        </p:nvSpPr>
        <p:spPr/>
        <p:txBody>
          <a:bodyPr/>
          <a:lstStyle/>
          <a:p>
            <a:fld id="{148CC95F-0247-41B6-91CF-DC97C76A7088}" type="slidenum">
              <a:rPr lang="en-US" smtClean="0"/>
              <a:t>21</a:t>
            </a:fld>
            <a:endParaRPr lang="en-US"/>
          </a:p>
        </p:txBody>
      </p:sp>
      <p:sp>
        <p:nvSpPr>
          <p:cNvPr id="3" name="Title 1">
            <a:extLst>
              <a:ext uri="{FF2B5EF4-FFF2-40B4-BE49-F238E27FC236}">
                <a16:creationId xmlns:a16="http://schemas.microsoft.com/office/drawing/2014/main" id="{9479C562-44D8-8789-060D-117A6D8C494B}"/>
              </a:ext>
            </a:extLst>
          </p:cNvPr>
          <p:cNvSpPr txBox="1">
            <a:spLocks/>
          </p:cNvSpPr>
          <p:nvPr/>
        </p:nvSpPr>
        <p:spPr>
          <a:xfrm>
            <a:off x="652270" y="1668587"/>
            <a:ext cx="11125202" cy="425190"/>
          </a:xfrm>
          <a:prstGeom prst="rect">
            <a:avLst/>
          </a:prstGeom>
        </p:spPr>
        <p:txBody>
          <a:bodyPr vert="horz" lIns="0" tIns="0" rIns="0" bIns="0" rtlCol="0" anchor="t">
            <a:noAutofit/>
          </a:bodyPr>
          <a:lstStyle>
            <a:lvl1pPr algn="l" defTabSz="914400" rtl="0" eaLnBrk="1" latinLnBrk="0" hangingPunct="1">
              <a:lnSpc>
                <a:spcPct val="100000"/>
              </a:lnSpc>
              <a:spcBef>
                <a:spcPct val="0"/>
              </a:spcBef>
              <a:buNone/>
              <a:defRPr sz="3200" b="0" kern="1200" spc="0" baseline="0">
                <a:solidFill>
                  <a:schemeClr val="tx1"/>
                </a:solidFill>
                <a:latin typeface="+mj-lt"/>
                <a:ea typeface="+mj-ea"/>
                <a:cs typeface="+mj-cs"/>
              </a:defRPr>
            </a:lvl1pPr>
          </a:lstStyle>
          <a:p>
            <a:r>
              <a:rPr lang="vi-VN" sz="2600" b="1" dirty="0"/>
              <a:t>1.4. APB Operation States</a:t>
            </a:r>
            <a:endParaRPr lang="en-US" sz="2600" b="1" dirty="0"/>
          </a:p>
        </p:txBody>
      </p:sp>
      <p:graphicFrame>
        <p:nvGraphicFramePr>
          <p:cNvPr id="4" name="Table 3">
            <a:extLst>
              <a:ext uri="{FF2B5EF4-FFF2-40B4-BE49-F238E27FC236}">
                <a16:creationId xmlns:a16="http://schemas.microsoft.com/office/drawing/2014/main" id="{B9FE9390-9874-CA48-8EBB-54CFA8E82658}"/>
              </a:ext>
            </a:extLst>
          </p:cNvPr>
          <p:cNvGraphicFramePr>
            <a:graphicFrameLocks noGrp="1"/>
          </p:cNvGraphicFramePr>
          <p:nvPr>
            <p:extLst>
              <p:ext uri="{D42A27DB-BD31-4B8C-83A1-F6EECF244321}">
                <p14:modId xmlns:p14="http://schemas.microsoft.com/office/powerpoint/2010/main" val="3541560169"/>
              </p:ext>
            </p:extLst>
          </p:nvPr>
        </p:nvGraphicFramePr>
        <p:xfrm>
          <a:off x="521208" y="2153312"/>
          <a:ext cx="5961479" cy="4206240"/>
        </p:xfrm>
        <a:graphic>
          <a:graphicData uri="http://schemas.openxmlformats.org/drawingml/2006/table">
            <a:tbl>
              <a:tblPr firstRow="1" bandRow="1">
                <a:tableStyleId>{5C22544A-7EE6-4342-B048-85BDC9FD1C3A}</a:tableStyleId>
              </a:tblPr>
              <a:tblGrid>
                <a:gridCol w="1535077">
                  <a:extLst>
                    <a:ext uri="{9D8B030D-6E8A-4147-A177-3AD203B41FA5}">
                      <a16:colId xmlns:a16="http://schemas.microsoft.com/office/drawing/2014/main" val="2151413220"/>
                    </a:ext>
                  </a:extLst>
                </a:gridCol>
                <a:gridCol w="4426402">
                  <a:extLst>
                    <a:ext uri="{9D8B030D-6E8A-4147-A177-3AD203B41FA5}">
                      <a16:colId xmlns:a16="http://schemas.microsoft.com/office/drawing/2014/main" val="1620044529"/>
                    </a:ext>
                  </a:extLst>
                </a:gridCol>
              </a:tblGrid>
              <a:tr h="4181178">
                <a:tc>
                  <a:txBody>
                    <a:bodyPr/>
                    <a:lstStyle/>
                    <a:p>
                      <a:r>
                        <a:rPr lang="en-US" b="1">
                          <a:solidFill>
                            <a:schemeClr val="tx1"/>
                          </a:solidFill>
                          <a:latin typeface="Arial" panose="020B0604020202020204" pitchFamily="34" charset="0"/>
                          <a:cs typeface="Arial" panose="020B0604020202020204" pitchFamily="34" charset="0"/>
                        </a:rPr>
                        <a:t>ACCESS</a:t>
                      </a:r>
                    </a:p>
                  </a:txBody>
                  <a:tcPr>
                    <a:lnL w="12700" cmpd="sng">
                      <a:noFill/>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c>
                  <a:txBody>
                    <a:bodyPr/>
                    <a:lstStyle/>
                    <a:p>
                      <a:pPr marL="285750" indent="-285750">
                        <a:buFont typeface="Arial" panose="020B0604020202020204" pitchFamily="34" charset="0"/>
                        <a:buChar char="•"/>
                      </a:pPr>
                      <a:r>
                        <a:rPr lang="en-US" b="1" dirty="0">
                          <a:solidFill>
                            <a:schemeClr val="tx1"/>
                          </a:solidFill>
                          <a:latin typeface="Arial" panose="020B0604020202020204" pitchFamily="34" charset="0"/>
                          <a:cs typeface="Arial" panose="020B0604020202020204" pitchFamily="34" charset="0"/>
                        </a:rPr>
                        <a:t>PENABLE</a:t>
                      </a:r>
                      <a:r>
                        <a:rPr lang="en-US" b="0" dirty="0">
                          <a:solidFill>
                            <a:schemeClr val="tx1"/>
                          </a:solidFill>
                          <a:latin typeface="Arial" panose="020B0604020202020204" pitchFamily="34" charset="0"/>
                          <a:cs typeface="Arial" panose="020B0604020202020204" pitchFamily="34" charset="0"/>
                        </a:rPr>
                        <a:t> is asserted in the ACCESS state. During the transition from SETUP to ACCESS and throughout the ACCESS state, the following signals must remain stable: </a:t>
                      </a:r>
                      <a:r>
                        <a:rPr lang="en-US" b="1" i="1" dirty="0">
                          <a:solidFill>
                            <a:schemeClr val="tx1"/>
                          </a:solidFill>
                          <a:latin typeface="Arial" panose="020B0604020202020204" pitchFamily="34" charset="0"/>
                          <a:cs typeface="Arial" panose="020B0604020202020204" pitchFamily="34" charset="0"/>
                        </a:rPr>
                        <a:t>PADDR, PPROT, PWRITE, PSTRB, PAUSER, PWUSER, and PWDATA </a:t>
                      </a:r>
                      <a:r>
                        <a:rPr lang="en-US" b="0" dirty="0">
                          <a:solidFill>
                            <a:schemeClr val="tx1"/>
                          </a:solidFill>
                          <a:latin typeface="Arial" panose="020B0604020202020204" pitchFamily="34" charset="0"/>
                          <a:cs typeface="Arial" panose="020B0604020202020204" pitchFamily="34" charset="0"/>
                        </a:rPr>
                        <a:t>(for write transfers only).</a:t>
                      </a:r>
                    </a:p>
                    <a:p>
                      <a:pPr marL="285750" indent="-285750">
                        <a:buFont typeface="Arial" panose="020B0604020202020204" pitchFamily="34" charset="0"/>
                        <a:buChar char="•"/>
                      </a:pPr>
                      <a:r>
                        <a:rPr lang="en-US" b="0" dirty="0">
                          <a:solidFill>
                            <a:schemeClr val="tx1"/>
                          </a:solidFill>
                          <a:latin typeface="Arial" panose="020B0604020202020204" pitchFamily="34" charset="0"/>
                          <a:cs typeface="Arial" panose="020B0604020202020204" pitchFamily="34" charset="0"/>
                        </a:rPr>
                        <a:t>The exit from the ACCESS state depends on </a:t>
                      </a:r>
                      <a:r>
                        <a:rPr lang="en-US" b="1" dirty="0">
                          <a:solidFill>
                            <a:schemeClr val="tx1"/>
                          </a:solidFill>
                          <a:latin typeface="Arial" panose="020B0604020202020204" pitchFamily="34" charset="0"/>
                          <a:cs typeface="Arial" panose="020B0604020202020204" pitchFamily="34" charset="0"/>
                        </a:rPr>
                        <a:t>PREADY</a:t>
                      </a:r>
                      <a:r>
                        <a:rPr lang="en-US" b="0" dirty="0">
                          <a:solidFill>
                            <a:schemeClr val="tx1"/>
                          </a:solidFill>
                          <a:latin typeface="Arial" panose="020B0604020202020204" pitchFamily="34" charset="0"/>
                          <a:cs typeface="Arial" panose="020B0604020202020204" pitchFamily="34" charset="0"/>
                        </a:rPr>
                        <a:t> from the Completer: if </a:t>
                      </a:r>
                      <a:r>
                        <a:rPr lang="en-US" b="1" dirty="0">
                          <a:solidFill>
                            <a:schemeClr val="tx1"/>
                          </a:solidFill>
                          <a:latin typeface="Arial" panose="020B0604020202020204" pitchFamily="34" charset="0"/>
                          <a:cs typeface="Arial" panose="020B0604020202020204" pitchFamily="34" charset="0"/>
                        </a:rPr>
                        <a:t>PREADY</a:t>
                      </a:r>
                      <a:r>
                        <a:rPr lang="en-US" b="0" dirty="0">
                          <a:solidFill>
                            <a:schemeClr val="tx1"/>
                          </a:solidFill>
                          <a:latin typeface="Arial" panose="020B0604020202020204" pitchFamily="34" charset="0"/>
                          <a:cs typeface="Arial" panose="020B0604020202020204" pitchFamily="34" charset="0"/>
                        </a:rPr>
                        <a:t> is LOW, the bus </a:t>
                      </a:r>
                      <a:r>
                        <a:rPr lang="en-US" b="1" i="1" dirty="0">
                          <a:solidFill>
                            <a:schemeClr val="tx1"/>
                          </a:solidFill>
                          <a:latin typeface="Arial" panose="020B0604020202020204" pitchFamily="34" charset="0"/>
                          <a:cs typeface="Arial" panose="020B0604020202020204" pitchFamily="34" charset="0"/>
                        </a:rPr>
                        <a:t>stays</a:t>
                      </a:r>
                      <a:r>
                        <a:rPr lang="en-US" b="0" dirty="0">
                          <a:solidFill>
                            <a:schemeClr val="tx1"/>
                          </a:solidFill>
                          <a:latin typeface="Arial" panose="020B0604020202020204" pitchFamily="34" charset="0"/>
                          <a:cs typeface="Arial" panose="020B0604020202020204" pitchFamily="34" charset="0"/>
                        </a:rPr>
                        <a:t> </a:t>
                      </a:r>
                      <a:r>
                        <a:rPr lang="en-US" b="1" i="1" dirty="0">
                          <a:solidFill>
                            <a:schemeClr val="tx1"/>
                          </a:solidFill>
                          <a:latin typeface="Arial" panose="020B0604020202020204" pitchFamily="34" charset="0"/>
                          <a:cs typeface="Arial" panose="020B0604020202020204" pitchFamily="34" charset="0"/>
                        </a:rPr>
                        <a:t>in</a:t>
                      </a:r>
                      <a:r>
                        <a:rPr lang="en-US" b="0" dirty="0">
                          <a:solidFill>
                            <a:schemeClr val="tx1"/>
                          </a:solidFill>
                          <a:latin typeface="Arial" panose="020B0604020202020204" pitchFamily="34" charset="0"/>
                          <a:cs typeface="Arial" panose="020B0604020202020204" pitchFamily="34" charset="0"/>
                        </a:rPr>
                        <a:t> </a:t>
                      </a:r>
                      <a:r>
                        <a:rPr lang="en-US" b="1" dirty="0">
                          <a:solidFill>
                            <a:schemeClr val="tx1"/>
                          </a:solidFill>
                          <a:latin typeface="Arial" panose="020B0604020202020204" pitchFamily="34" charset="0"/>
                          <a:cs typeface="Arial" panose="020B0604020202020204" pitchFamily="34" charset="0"/>
                        </a:rPr>
                        <a:t>ACCESS</a:t>
                      </a:r>
                      <a:r>
                        <a:rPr lang="en-US" b="0" dirty="0">
                          <a:solidFill>
                            <a:schemeClr val="tx1"/>
                          </a:solidFill>
                          <a:latin typeface="Arial" panose="020B0604020202020204" pitchFamily="34" charset="0"/>
                          <a:cs typeface="Arial" panose="020B0604020202020204" pitchFamily="34" charset="0"/>
                        </a:rPr>
                        <a:t>; if </a:t>
                      </a:r>
                      <a:r>
                        <a:rPr lang="en-US" b="1" dirty="0">
                          <a:solidFill>
                            <a:schemeClr val="tx1"/>
                          </a:solidFill>
                          <a:latin typeface="Arial" panose="020B0604020202020204" pitchFamily="34" charset="0"/>
                          <a:cs typeface="Arial" panose="020B0604020202020204" pitchFamily="34" charset="0"/>
                        </a:rPr>
                        <a:t>PREADY</a:t>
                      </a:r>
                      <a:r>
                        <a:rPr lang="en-US" b="0" dirty="0">
                          <a:solidFill>
                            <a:schemeClr val="tx1"/>
                          </a:solidFill>
                          <a:latin typeface="Arial" panose="020B0604020202020204" pitchFamily="34" charset="0"/>
                          <a:cs typeface="Arial" panose="020B0604020202020204" pitchFamily="34" charset="0"/>
                        </a:rPr>
                        <a:t> is HIGH, the bus </a:t>
                      </a:r>
                      <a:r>
                        <a:rPr lang="en-US" b="1" i="1" dirty="0">
                          <a:solidFill>
                            <a:schemeClr val="tx1"/>
                          </a:solidFill>
                          <a:latin typeface="Arial" panose="020B0604020202020204" pitchFamily="34" charset="0"/>
                          <a:cs typeface="Arial" panose="020B0604020202020204" pitchFamily="34" charset="0"/>
                        </a:rPr>
                        <a:t>leaves</a:t>
                      </a:r>
                      <a:r>
                        <a:rPr lang="en-US" b="0" dirty="0">
                          <a:solidFill>
                            <a:schemeClr val="tx1"/>
                          </a:solidFill>
                          <a:latin typeface="Arial" panose="020B0604020202020204" pitchFamily="34" charset="0"/>
                          <a:cs typeface="Arial" panose="020B0604020202020204" pitchFamily="34" charset="0"/>
                        </a:rPr>
                        <a:t> </a:t>
                      </a:r>
                      <a:r>
                        <a:rPr lang="en-US" b="1" dirty="0">
                          <a:solidFill>
                            <a:schemeClr val="tx1"/>
                          </a:solidFill>
                          <a:latin typeface="Arial" panose="020B0604020202020204" pitchFamily="34" charset="0"/>
                          <a:cs typeface="Arial" panose="020B0604020202020204" pitchFamily="34" charset="0"/>
                        </a:rPr>
                        <a:t>ACCESS</a:t>
                      </a:r>
                      <a:r>
                        <a:rPr lang="en-US" b="0" dirty="0">
                          <a:solidFill>
                            <a:schemeClr val="tx1"/>
                          </a:solidFill>
                          <a:latin typeface="Arial" panose="020B0604020202020204" pitchFamily="34" charset="0"/>
                          <a:cs typeface="Arial" panose="020B0604020202020204" pitchFamily="34" charset="0"/>
                        </a:rPr>
                        <a:t> and returns to IDLE or moves directly to SETUP for the next transfer.</a:t>
                      </a:r>
                    </a:p>
                  </a:txBody>
                  <a:tcPr>
                    <a:lnL w="12700" cap="flat" cmpd="sng" algn="ctr">
                      <a:solidFill>
                        <a:schemeClr val="tx1"/>
                      </a:solidFill>
                      <a:prstDash val="solid"/>
                      <a:round/>
                      <a:headEnd type="none" w="med" len="med"/>
                      <a:tailEnd type="none" w="med" len="med"/>
                    </a:lnL>
                    <a:lnR w="12700" cmpd="sng">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539539502"/>
                  </a:ext>
                </a:extLst>
              </a:tr>
            </a:tbl>
          </a:graphicData>
        </a:graphic>
      </p:graphicFrame>
      <p:pic>
        <p:nvPicPr>
          <p:cNvPr id="5" name="Picture 4" descr="A diagram of a system&#10;&#10;AI-generated content may be incorrect.">
            <a:extLst>
              <a:ext uri="{FF2B5EF4-FFF2-40B4-BE49-F238E27FC236}">
                <a16:creationId xmlns:a16="http://schemas.microsoft.com/office/drawing/2014/main" id="{7E8BAFCD-18AA-5634-CA46-520EC441DFA9}"/>
              </a:ext>
            </a:extLst>
          </p:cNvPr>
          <p:cNvPicPr>
            <a:picLocks noChangeAspect="1"/>
          </p:cNvPicPr>
          <p:nvPr/>
        </p:nvPicPr>
        <p:blipFill>
          <a:blip r:embed="rId2"/>
          <a:stretch>
            <a:fillRect/>
          </a:stretch>
        </p:blipFill>
        <p:spPr>
          <a:xfrm>
            <a:off x="6524566" y="1668587"/>
            <a:ext cx="4932866" cy="4953000"/>
          </a:xfrm>
          <a:prstGeom prst="rect">
            <a:avLst/>
          </a:prstGeom>
        </p:spPr>
      </p:pic>
    </p:spTree>
    <p:extLst>
      <p:ext uri="{BB962C8B-B14F-4D97-AF65-F5344CB8AC3E}">
        <p14:creationId xmlns:p14="http://schemas.microsoft.com/office/powerpoint/2010/main" val="339948647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6B276E0-FDEC-D20A-8246-51AE714EA869}"/>
            </a:ext>
          </a:extLst>
        </p:cNvPr>
        <p:cNvGrpSpPr/>
        <p:nvPr/>
      </p:nvGrpSpPr>
      <p:grpSpPr>
        <a:xfrm>
          <a:off x="0" y="0"/>
          <a:ext cx="0" cy="0"/>
          <a:chOff x="0" y="0"/>
          <a:chExt cx="0" cy="0"/>
        </a:xfrm>
      </p:grpSpPr>
      <p:sp useBgFill="1">
        <p:nvSpPr>
          <p:cNvPr id="36" name="Rectangle 35">
            <a:extLst>
              <a:ext uri="{FF2B5EF4-FFF2-40B4-BE49-F238E27FC236}">
                <a16:creationId xmlns:a16="http://schemas.microsoft.com/office/drawing/2014/main" id="{30DED5E0-90A8-C707-4B47-FBA1805412A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4" name="Picture 3" descr="A mosaic of colorful geometric shapes">
            <a:extLst>
              <a:ext uri="{FF2B5EF4-FFF2-40B4-BE49-F238E27FC236}">
                <a16:creationId xmlns:a16="http://schemas.microsoft.com/office/drawing/2014/main" id="{448A845D-BB9D-83E8-0A51-1EDC8DAB63C7}"/>
              </a:ext>
            </a:extLst>
          </p:cNvPr>
          <p:cNvPicPr>
            <a:picLocks noChangeAspect="1"/>
          </p:cNvPicPr>
          <p:nvPr/>
        </p:nvPicPr>
        <p:blipFill>
          <a:blip r:embed="rId2"/>
          <a:srcRect t="17309" r="-1" b="3999"/>
          <a:stretch>
            <a:fillRect/>
          </a:stretch>
        </p:blipFill>
        <p:spPr>
          <a:xfrm>
            <a:off x="20" y="10"/>
            <a:ext cx="12188932" cy="6857990"/>
          </a:xfrm>
          <a:prstGeom prst="rect">
            <a:avLst/>
          </a:prstGeom>
        </p:spPr>
      </p:pic>
      <p:sp>
        <p:nvSpPr>
          <p:cNvPr id="38" name="Rectangle 37">
            <a:extLst>
              <a:ext uri="{FF2B5EF4-FFF2-40B4-BE49-F238E27FC236}">
                <a16:creationId xmlns:a16="http://schemas.microsoft.com/office/drawing/2014/main" id="{9A5DB435-2190-A363-811F-9A83ED008F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389239" y="-389238"/>
            <a:ext cx="6858000" cy="7636476"/>
          </a:xfrm>
          <a:prstGeom prst="rect">
            <a:avLst/>
          </a:prstGeom>
          <a:gradFill>
            <a:gsLst>
              <a:gs pos="100000">
                <a:srgbClr val="000000">
                  <a:alpha val="0"/>
                </a:srgbClr>
              </a:gs>
              <a:gs pos="0">
                <a:schemeClr val="tx1"/>
              </a:gs>
              <a:gs pos="0">
                <a:srgbClr val="000000">
                  <a:alpha val="70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Rectangle 39">
            <a:extLst>
              <a:ext uri="{FF2B5EF4-FFF2-40B4-BE49-F238E27FC236}">
                <a16:creationId xmlns:a16="http://schemas.microsoft.com/office/drawing/2014/main" id="{EEAB34CD-E96F-0C0F-1434-D94547A3D3D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508090"/>
            <a:ext cx="5021183" cy="149279"/>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Rectangle 41">
            <a:extLst>
              <a:ext uri="{FF2B5EF4-FFF2-40B4-BE49-F238E27FC236}">
                <a16:creationId xmlns:a16="http://schemas.microsoft.com/office/drawing/2014/main" id="{D9266BE6-52CE-3FBF-B13F-DD1493F6C99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524" y="3205874"/>
            <a:ext cx="12188952" cy="3652125"/>
          </a:xfrm>
          <a:prstGeom prst="rect">
            <a:avLst/>
          </a:prstGeom>
          <a:gradFill>
            <a:gsLst>
              <a:gs pos="100000">
                <a:srgbClr val="000000">
                  <a:alpha val="0"/>
                </a:srgbClr>
              </a:gs>
              <a:gs pos="0">
                <a:schemeClr val="tx1"/>
              </a:gs>
              <a:gs pos="0">
                <a:srgbClr val="000000">
                  <a:alpha val="70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33A460E-0FF0-2ACA-7444-051FA651DAC9}"/>
              </a:ext>
            </a:extLst>
          </p:cNvPr>
          <p:cNvSpPr>
            <a:spLocks noGrp="1"/>
          </p:cNvSpPr>
          <p:nvPr>
            <p:ph type="ctrTitle"/>
          </p:nvPr>
        </p:nvSpPr>
        <p:spPr>
          <a:xfrm>
            <a:off x="517870" y="978408"/>
            <a:ext cx="5021182" cy="2620670"/>
          </a:xfrm>
        </p:spPr>
        <p:txBody>
          <a:bodyPr anchor="t">
            <a:normAutofit/>
          </a:bodyPr>
          <a:lstStyle/>
          <a:p>
            <a:r>
              <a:rPr lang="vi-VN" sz="4000" dirty="0">
                <a:solidFill>
                  <a:srgbClr val="FFFFFF"/>
                </a:solidFill>
              </a:rPr>
              <a:t>2. Design Specifications</a:t>
            </a:r>
            <a:endParaRPr lang="en-US" sz="4000" dirty="0">
              <a:solidFill>
                <a:srgbClr val="FFFFFF"/>
              </a:solidFill>
            </a:endParaRPr>
          </a:p>
        </p:txBody>
      </p:sp>
      <p:sp>
        <p:nvSpPr>
          <p:cNvPr id="3" name="Subtitle 2">
            <a:extLst>
              <a:ext uri="{FF2B5EF4-FFF2-40B4-BE49-F238E27FC236}">
                <a16:creationId xmlns:a16="http://schemas.microsoft.com/office/drawing/2014/main" id="{49436B97-983B-0E1A-2B83-6CF0ED949ECA}"/>
              </a:ext>
            </a:extLst>
          </p:cNvPr>
          <p:cNvSpPr>
            <a:spLocks noGrp="1"/>
          </p:cNvSpPr>
          <p:nvPr>
            <p:ph type="subTitle" idx="1"/>
          </p:nvPr>
        </p:nvSpPr>
        <p:spPr>
          <a:xfrm>
            <a:off x="6652366" y="4108182"/>
            <a:ext cx="5040785" cy="1828799"/>
          </a:xfrm>
        </p:spPr>
        <p:txBody>
          <a:bodyPr anchor="b">
            <a:normAutofit/>
          </a:bodyPr>
          <a:lstStyle/>
          <a:p>
            <a:r>
              <a:rPr lang="en-US" sz="1600" b="1">
                <a:solidFill>
                  <a:srgbClr val="FFFFFF"/>
                </a:solidFill>
              </a:rPr>
              <a:t>Digital VLSI Design </a:t>
            </a:r>
          </a:p>
          <a:p>
            <a:r>
              <a:rPr lang="en-US" sz="1600" b="1">
                <a:solidFill>
                  <a:srgbClr val="FFFFFF"/>
                </a:solidFill>
              </a:rPr>
              <a:t>Actor: Hoang Bao Long</a:t>
            </a:r>
          </a:p>
        </p:txBody>
      </p:sp>
      <p:sp>
        <p:nvSpPr>
          <p:cNvPr id="7" name="Footer Placeholder 6">
            <a:extLst>
              <a:ext uri="{FF2B5EF4-FFF2-40B4-BE49-F238E27FC236}">
                <a16:creationId xmlns:a16="http://schemas.microsoft.com/office/drawing/2014/main" id="{F27B1670-B14A-2DD3-9B0D-6B172736341D}"/>
              </a:ext>
            </a:extLst>
          </p:cNvPr>
          <p:cNvSpPr>
            <a:spLocks noGrp="1"/>
          </p:cNvSpPr>
          <p:nvPr>
            <p:ph type="ftr" sz="quarter" idx="11"/>
          </p:nvPr>
        </p:nvSpPr>
        <p:spPr>
          <a:xfrm>
            <a:off x="521208" y="100584"/>
            <a:ext cx="4114800" cy="365125"/>
          </a:xfrm>
        </p:spPr>
        <p:txBody>
          <a:bodyPr>
            <a:normAutofit/>
          </a:bodyPr>
          <a:lstStyle/>
          <a:p>
            <a:pPr>
              <a:spcAft>
                <a:spcPts val="600"/>
              </a:spcAft>
            </a:pPr>
            <a:r>
              <a:rPr lang="en-US">
                <a:solidFill>
                  <a:srgbClr val="FFFFFF"/>
                </a:solidFill>
              </a:rPr>
              <a:t>@copyright Hoang Bao Long</a:t>
            </a:r>
          </a:p>
        </p:txBody>
      </p:sp>
      <p:sp>
        <p:nvSpPr>
          <p:cNvPr id="44" name="Rectangle 43">
            <a:extLst>
              <a:ext uri="{FF2B5EF4-FFF2-40B4-BE49-F238E27FC236}">
                <a16:creationId xmlns:a16="http://schemas.microsoft.com/office/drawing/2014/main" id="{BD1F6EAA-E690-7F17-9913-8389EB5BC12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62168" y="6300289"/>
            <a:ext cx="5021183" cy="45719"/>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Date Placeholder 5">
            <a:extLst>
              <a:ext uri="{FF2B5EF4-FFF2-40B4-BE49-F238E27FC236}">
                <a16:creationId xmlns:a16="http://schemas.microsoft.com/office/drawing/2014/main" id="{9936FB4D-5F82-BCB9-939B-9A1F4CA4070E}"/>
              </a:ext>
            </a:extLst>
          </p:cNvPr>
          <p:cNvSpPr>
            <a:spLocks noGrp="1"/>
          </p:cNvSpPr>
          <p:nvPr>
            <p:ph type="dt" sz="half" idx="10"/>
          </p:nvPr>
        </p:nvSpPr>
        <p:spPr>
          <a:xfrm>
            <a:off x="521208" y="6419088"/>
            <a:ext cx="2743200" cy="365125"/>
          </a:xfrm>
        </p:spPr>
        <p:txBody>
          <a:bodyPr>
            <a:normAutofit/>
          </a:bodyPr>
          <a:lstStyle/>
          <a:p>
            <a:pPr>
              <a:spcAft>
                <a:spcPts val="600"/>
              </a:spcAft>
            </a:pPr>
            <a:fld id="{B55A5261-39B1-4A8C-A07E-5B00042C19C9}" type="datetime1">
              <a:rPr lang="en-US" smtClean="0">
                <a:solidFill>
                  <a:srgbClr val="FFFFFF"/>
                </a:solidFill>
              </a:rPr>
              <a:t>7/16/2026</a:t>
            </a:fld>
            <a:endParaRPr lang="en-US">
              <a:solidFill>
                <a:srgbClr val="FFFFFF"/>
              </a:solidFill>
            </a:endParaRPr>
          </a:p>
        </p:txBody>
      </p:sp>
      <p:sp>
        <p:nvSpPr>
          <p:cNvPr id="5" name="Slide Number Placeholder 4">
            <a:extLst>
              <a:ext uri="{FF2B5EF4-FFF2-40B4-BE49-F238E27FC236}">
                <a16:creationId xmlns:a16="http://schemas.microsoft.com/office/drawing/2014/main" id="{B75EB6BD-BC72-E388-5FDE-5EC6962C0AC1}"/>
              </a:ext>
            </a:extLst>
          </p:cNvPr>
          <p:cNvSpPr>
            <a:spLocks noGrp="1"/>
          </p:cNvSpPr>
          <p:nvPr>
            <p:ph type="sldNum" sz="quarter" idx="12"/>
          </p:nvPr>
        </p:nvSpPr>
        <p:spPr/>
        <p:txBody>
          <a:bodyPr/>
          <a:lstStyle/>
          <a:p>
            <a:fld id="{148CC95F-0247-41B6-91CF-DC97C76A7088}" type="slidenum">
              <a:rPr lang="en-US" smtClean="0"/>
              <a:t>22</a:t>
            </a:fld>
            <a:endParaRPr lang="en-US"/>
          </a:p>
        </p:txBody>
      </p:sp>
    </p:spTree>
    <p:extLst>
      <p:ext uri="{BB962C8B-B14F-4D97-AF65-F5344CB8AC3E}">
        <p14:creationId xmlns:p14="http://schemas.microsoft.com/office/powerpoint/2010/main" val="1356168792"/>
      </p:ext>
    </p:extLst>
  </p:cSld>
  <p:clrMapOvr>
    <a:overrideClrMapping bg1="dk1" tx1="lt1" bg2="dk2" tx2="lt2" accent1="accent1" accent2="accent2" accent3="accent3" accent4="accent4" accent5="accent5" accent6="accent6" hlink="hlink" folHlink="folHlink"/>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F3E90E-D51D-066C-7260-EABC0BE889F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CEA7C43-826B-467D-DEC3-026D328B9494}"/>
              </a:ext>
            </a:extLst>
          </p:cNvPr>
          <p:cNvSpPr>
            <a:spLocks noGrp="1"/>
          </p:cNvSpPr>
          <p:nvPr>
            <p:ph type="title"/>
          </p:nvPr>
        </p:nvSpPr>
        <p:spPr>
          <a:xfrm>
            <a:off x="521208" y="978408"/>
            <a:ext cx="11155680" cy="585216"/>
          </a:xfrm>
        </p:spPr>
        <p:txBody>
          <a:bodyPr>
            <a:normAutofit fontScale="90000"/>
          </a:bodyPr>
          <a:lstStyle/>
          <a:p>
            <a:r>
              <a:rPr lang="vi-VN" dirty="0"/>
              <a:t>2. Design Specifications</a:t>
            </a:r>
            <a:endParaRPr lang="en-US" dirty="0"/>
          </a:p>
        </p:txBody>
      </p:sp>
      <p:sp>
        <p:nvSpPr>
          <p:cNvPr id="8" name="Date Placeholder 7">
            <a:extLst>
              <a:ext uri="{FF2B5EF4-FFF2-40B4-BE49-F238E27FC236}">
                <a16:creationId xmlns:a16="http://schemas.microsoft.com/office/drawing/2014/main" id="{A7FA5E4B-565A-639B-050D-2A16063B442C}"/>
              </a:ext>
            </a:extLst>
          </p:cNvPr>
          <p:cNvSpPr>
            <a:spLocks noGrp="1"/>
          </p:cNvSpPr>
          <p:nvPr>
            <p:ph type="dt" sz="half" idx="10"/>
          </p:nvPr>
        </p:nvSpPr>
        <p:spPr/>
        <p:txBody>
          <a:bodyPr/>
          <a:lstStyle/>
          <a:p>
            <a:fld id="{780F2533-275E-428B-B3B3-9CA4281B478F}" type="datetime1">
              <a:rPr lang="en-US" smtClean="0"/>
              <a:t>7/16/2026</a:t>
            </a:fld>
            <a:endParaRPr lang="en-US"/>
          </a:p>
        </p:txBody>
      </p:sp>
      <p:sp>
        <p:nvSpPr>
          <p:cNvPr id="9" name="Footer Placeholder 8">
            <a:extLst>
              <a:ext uri="{FF2B5EF4-FFF2-40B4-BE49-F238E27FC236}">
                <a16:creationId xmlns:a16="http://schemas.microsoft.com/office/drawing/2014/main" id="{D9BAD137-0C5E-FC90-3618-4D096AD25A23}"/>
              </a:ext>
            </a:extLst>
          </p:cNvPr>
          <p:cNvSpPr>
            <a:spLocks noGrp="1"/>
          </p:cNvSpPr>
          <p:nvPr>
            <p:ph type="ftr" sz="quarter" idx="11"/>
          </p:nvPr>
        </p:nvSpPr>
        <p:spPr/>
        <p:txBody>
          <a:bodyPr/>
          <a:lstStyle/>
          <a:p>
            <a:r>
              <a:rPr lang="en-US"/>
              <a:t>@copyright Hoang Bao Long</a:t>
            </a:r>
          </a:p>
        </p:txBody>
      </p:sp>
      <p:sp>
        <p:nvSpPr>
          <p:cNvPr id="11" name="Slide Number Placeholder 10">
            <a:extLst>
              <a:ext uri="{FF2B5EF4-FFF2-40B4-BE49-F238E27FC236}">
                <a16:creationId xmlns:a16="http://schemas.microsoft.com/office/drawing/2014/main" id="{357D780C-C032-2CC6-4413-EB20A4580BEA}"/>
              </a:ext>
            </a:extLst>
          </p:cNvPr>
          <p:cNvSpPr>
            <a:spLocks noGrp="1"/>
          </p:cNvSpPr>
          <p:nvPr>
            <p:ph type="sldNum" sz="quarter" idx="12"/>
          </p:nvPr>
        </p:nvSpPr>
        <p:spPr/>
        <p:txBody>
          <a:bodyPr/>
          <a:lstStyle/>
          <a:p>
            <a:fld id="{148CC95F-0247-41B6-91CF-DC97C76A7088}" type="slidenum">
              <a:rPr lang="en-US" smtClean="0"/>
              <a:t>23</a:t>
            </a:fld>
            <a:endParaRPr lang="en-US"/>
          </a:p>
        </p:txBody>
      </p:sp>
      <p:sp>
        <p:nvSpPr>
          <p:cNvPr id="3" name="TextBox 2">
            <a:extLst>
              <a:ext uri="{FF2B5EF4-FFF2-40B4-BE49-F238E27FC236}">
                <a16:creationId xmlns:a16="http://schemas.microsoft.com/office/drawing/2014/main" id="{DFB8EA00-3AA5-E833-4026-0B7CB3807978}"/>
              </a:ext>
            </a:extLst>
          </p:cNvPr>
          <p:cNvSpPr txBox="1"/>
          <p:nvPr/>
        </p:nvSpPr>
        <p:spPr>
          <a:xfrm>
            <a:off x="3048762" y="6278446"/>
            <a:ext cx="6094476" cy="307777"/>
          </a:xfrm>
          <a:prstGeom prst="rect">
            <a:avLst/>
          </a:prstGeom>
          <a:noFill/>
        </p:spPr>
        <p:txBody>
          <a:bodyPr wrap="square">
            <a:spAutoFit/>
          </a:bodyPr>
          <a:lstStyle/>
          <a:p>
            <a:pPr algn="ctr"/>
            <a:r>
              <a:rPr lang="en-US" sz="1400" b="1" i="1" dirty="0">
                <a:latin typeface="Arial" panose="020B0604020202020204" pitchFamily="34" charset="0"/>
                <a:cs typeface="Arial" panose="020B0604020202020204" pitchFamily="34" charset="0"/>
              </a:rPr>
              <a:t>APB Interface</a:t>
            </a:r>
          </a:p>
        </p:txBody>
      </p:sp>
      <p:pic>
        <p:nvPicPr>
          <p:cNvPr id="4" name="Picture 2">
            <a:extLst>
              <a:ext uri="{FF2B5EF4-FFF2-40B4-BE49-F238E27FC236}">
                <a16:creationId xmlns:a16="http://schemas.microsoft.com/office/drawing/2014/main" id="{FDBB89E8-BD81-20FD-9252-26426A70C1E7}"/>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895600" y="1791904"/>
            <a:ext cx="6400800" cy="4486542"/>
          </a:xfrm>
          <a:prstGeom prst="rect">
            <a:avLst/>
          </a:prstGeom>
          <a:noFill/>
          <a:extLst>
            <a:ext uri="{909E8E84-426E-40DD-AFC4-6F175D3DCCD1}">
              <a14:hiddenFill xmlns:a14="http://schemas.microsoft.com/office/drawing/2010/main">
                <a:solidFill>
                  <a:srgbClr val="FFFFFF"/>
                </a:solidFill>
              </a14:hiddenFill>
            </a:ext>
          </a:extLst>
        </p:spPr>
      </p:pic>
      <p:sp>
        <p:nvSpPr>
          <p:cNvPr id="6" name="Title 1">
            <a:extLst>
              <a:ext uri="{FF2B5EF4-FFF2-40B4-BE49-F238E27FC236}">
                <a16:creationId xmlns:a16="http://schemas.microsoft.com/office/drawing/2014/main" id="{BC830B57-D0E5-69E2-A611-5D0B5A8A776E}"/>
              </a:ext>
            </a:extLst>
          </p:cNvPr>
          <p:cNvSpPr txBox="1">
            <a:spLocks/>
          </p:cNvSpPr>
          <p:nvPr/>
        </p:nvSpPr>
        <p:spPr>
          <a:xfrm>
            <a:off x="652270" y="1668587"/>
            <a:ext cx="11125202" cy="425190"/>
          </a:xfrm>
          <a:prstGeom prst="rect">
            <a:avLst/>
          </a:prstGeom>
        </p:spPr>
        <p:txBody>
          <a:bodyPr vert="horz" lIns="0" tIns="0" rIns="0" bIns="0" rtlCol="0" anchor="t">
            <a:noAutofit/>
          </a:bodyPr>
          <a:lstStyle>
            <a:lvl1pPr algn="l" defTabSz="914400" rtl="0" eaLnBrk="1" latinLnBrk="0" hangingPunct="1">
              <a:lnSpc>
                <a:spcPct val="100000"/>
              </a:lnSpc>
              <a:spcBef>
                <a:spcPct val="0"/>
              </a:spcBef>
              <a:buNone/>
              <a:defRPr sz="3200" b="0" kern="1200" spc="0" baseline="0">
                <a:solidFill>
                  <a:schemeClr val="tx1"/>
                </a:solidFill>
                <a:latin typeface="+mj-lt"/>
                <a:ea typeface="+mj-ea"/>
                <a:cs typeface="+mj-cs"/>
              </a:defRPr>
            </a:lvl1pPr>
          </a:lstStyle>
          <a:p>
            <a:r>
              <a:rPr lang="vi-VN" sz="2600" b="1" dirty="0"/>
              <a:t>2.1. APB Wrapper</a:t>
            </a:r>
            <a:endParaRPr lang="en-US" sz="2600" b="1" dirty="0"/>
          </a:p>
        </p:txBody>
      </p:sp>
    </p:spTree>
    <p:extLst>
      <p:ext uri="{BB962C8B-B14F-4D97-AF65-F5344CB8AC3E}">
        <p14:creationId xmlns:p14="http://schemas.microsoft.com/office/powerpoint/2010/main" val="318305677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F3D4A9-3E00-5FD4-7330-52110369FAB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78E20E5-9810-8034-9A59-7B078919EC75}"/>
              </a:ext>
            </a:extLst>
          </p:cNvPr>
          <p:cNvSpPr>
            <a:spLocks noGrp="1"/>
          </p:cNvSpPr>
          <p:nvPr>
            <p:ph type="title"/>
          </p:nvPr>
        </p:nvSpPr>
        <p:spPr>
          <a:xfrm>
            <a:off x="521208" y="978408"/>
            <a:ext cx="11155680" cy="585216"/>
          </a:xfrm>
        </p:spPr>
        <p:txBody>
          <a:bodyPr>
            <a:normAutofit fontScale="90000"/>
          </a:bodyPr>
          <a:lstStyle/>
          <a:p>
            <a:r>
              <a:rPr lang="vi-VN" dirty="0"/>
              <a:t>2. Design Specifications</a:t>
            </a:r>
            <a:endParaRPr lang="en-US" dirty="0"/>
          </a:p>
        </p:txBody>
      </p:sp>
      <p:sp>
        <p:nvSpPr>
          <p:cNvPr id="8" name="Date Placeholder 7">
            <a:extLst>
              <a:ext uri="{FF2B5EF4-FFF2-40B4-BE49-F238E27FC236}">
                <a16:creationId xmlns:a16="http://schemas.microsoft.com/office/drawing/2014/main" id="{BFB40ABB-FBA0-EE92-E151-7CD6BDB991AC}"/>
              </a:ext>
            </a:extLst>
          </p:cNvPr>
          <p:cNvSpPr>
            <a:spLocks noGrp="1"/>
          </p:cNvSpPr>
          <p:nvPr>
            <p:ph type="dt" sz="half" idx="10"/>
          </p:nvPr>
        </p:nvSpPr>
        <p:spPr/>
        <p:txBody>
          <a:bodyPr/>
          <a:lstStyle/>
          <a:p>
            <a:fld id="{780F2533-275E-428B-B3B3-9CA4281B478F}" type="datetime1">
              <a:rPr lang="en-US" smtClean="0"/>
              <a:t>7/16/2026</a:t>
            </a:fld>
            <a:endParaRPr lang="en-US"/>
          </a:p>
        </p:txBody>
      </p:sp>
      <p:sp>
        <p:nvSpPr>
          <p:cNvPr id="9" name="Footer Placeholder 8">
            <a:extLst>
              <a:ext uri="{FF2B5EF4-FFF2-40B4-BE49-F238E27FC236}">
                <a16:creationId xmlns:a16="http://schemas.microsoft.com/office/drawing/2014/main" id="{24F95AFB-A008-9F93-2355-8FEAF0FE5709}"/>
              </a:ext>
            </a:extLst>
          </p:cNvPr>
          <p:cNvSpPr>
            <a:spLocks noGrp="1"/>
          </p:cNvSpPr>
          <p:nvPr>
            <p:ph type="ftr" sz="quarter" idx="11"/>
          </p:nvPr>
        </p:nvSpPr>
        <p:spPr/>
        <p:txBody>
          <a:bodyPr/>
          <a:lstStyle/>
          <a:p>
            <a:r>
              <a:rPr lang="en-US"/>
              <a:t>@copyright Hoang Bao Long</a:t>
            </a:r>
          </a:p>
        </p:txBody>
      </p:sp>
      <p:sp>
        <p:nvSpPr>
          <p:cNvPr id="11" name="Slide Number Placeholder 10">
            <a:extLst>
              <a:ext uri="{FF2B5EF4-FFF2-40B4-BE49-F238E27FC236}">
                <a16:creationId xmlns:a16="http://schemas.microsoft.com/office/drawing/2014/main" id="{A0DE4382-67C8-F708-7897-7A4164022E6F}"/>
              </a:ext>
            </a:extLst>
          </p:cNvPr>
          <p:cNvSpPr>
            <a:spLocks noGrp="1"/>
          </p:cNvSpPr>
          <p:nvPr>
            <p:ph type="sldNum" sz="quarter" idx="12"/>
          </p:nvPr>
        </p:nvSpPr>
        <p:spPr/>
        <p:txBody>
          <a:bodyPr/>
          <a:lstStyle/>
          <a:p>
            <a:fld id="{148CC95F-0247-41B6-91CF-DC97C76A7088}" type="slidenum">
              <a:rPr lang="en-US" smtClean="0"/>
              <a:t>24</a:t>
            </a:fld>
            <a:endParaRPr lang="en-US"/>
          </a:p>
        </p:txBody>
      </p:sp>
      <p:sp>
        <p:nvSpPr>
          <p:cNvPr id="3" name="TextBox 2">
            <a:extLst>
              <a:ext uri="{FF2B5EF4-FFF2-40B4-BE49-F238E27FC236}">
                <a16:creationId xmlns:a16="http://schemas.microsoft.com/office/drawing/2014/main" id="{0059600D-EF07-8801-14FA-DB4BAF070DF4}"/>
              </a:ext>
            </a:extLst>
          </p:cNvPr>
          <p:cNvSpPr txBox="1"/>
          <p:nvPr/>
        </p:nvSpPr>
        <p:spPr>
          <a:xfrm>
            <a:off x="3048698" y="6117945"/>
            <a:ext cx="6094476" cy="307777"/>
          </a:xfrm>
          <a:prstGeom prst="rect">
            <a:avLst/>
          </a:prstGeom>
          <a:noFill/>
        </p:spPr>
        <p:txBody>
          <a:bodyPr wrap="square">
            <a:spAutoFit/>
          </a:bodyPr>
          <a:lstStyle/>
          <a:p>
            <a:pPr algn="ctr"/>
            <a:r>
              <a:rPr lang="en-US" sz="1400" b="1" i="1" dirty="0">
                <a:latin typeface="Arial" panose="020B0604020202020204" pitchFamily="34" charset="0"/>
                <a:cs typeface="Arial" panose="020B0604020202020204" pitchFamily="34" charset="0"/>
              </a:rPr>
              <a:t>APB Master block</a:t>
            </a:r>
          </a:p>
        </p:txBody>
      </p:sp>
      <p:pic>
        <p:nvPicPr>
          <p:cNvPr id="4" name="Picture 8">
            <a:extLst>
              <a:ext uri="{FF2B5EF4-FFF2-40B4-BE49-F238E27FC236}">
                <a16:creationId xmlns:a16="http://schemas.microsoft.com/office/drawing/2014/main" id="{C8C910CC-55DA-0E74-D938-B197A61D95C2}"/>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958528" y="1775166"/>
            <a:ext cx="6274816" cy="4262139"/>
          </a:xfrm>
          <a:prstGeom prst="rect">
            <a:avLst/>
          </a:prstGeom>
          <a:noFill/>
          <a:extLst>
            <a:ext uri="{909E8E84-426E-40DD-AFC4-6F175D3DCCD1}">
              <a14:hiddenFill xmlns:a14="http://schemas.microsoft.com/office/drawing/2010/main">
                <a:solidFill>
                  <a:srgbClr val="FFFFFF"/>
                </a:solidFill>
              </a14:hiddenFill>
            </a:ext>
          </a:extLst>
        </p:spPr>
      </p:pic>
      <p:sp>
        <p:nvSpPr>
          <p:cNvPr id="5" name="Title 1">
            <a:extLst>
              <a:ext uri="{FF2B5EF4-FFF2-40B4-BE49-F238E27FC236}">
                <a16:creationId xmlns:a16="http://schemas.microsoft.com/office/drawing/2014/main" id="{90C5BB9B-3D59-16C4-7650-BB481E152048}"/>
              </a:ext>
            </a:extLst>
          </p:cNvPr>
          <p:cNvSpPr txBox="1">
            <a:spLocks/>
          </p:cNvSpPr>
          <p:nvPr/>
        </p:nvSpPr>
        <p:spPr>
          <a:xfrm>
            <a:off x="652270" y="1668587"/>
            <a:ext cx="11125202" cy="425190"/>
          </a:xfrm>
          <a:prstGeom prst="rect">
            <a:avLst/>
          </a:prstGeom>
        </p:spPr>
        <p:txBody>
          <a:bodyPr vert="horz" lIns="0" tIns="0" rIns="0" bIns="0" rtlCol="0" anchor="t">
            <a:noAutofit/>
          </a:bodyPr>
          <a:lstStyle>
            <a:lvl1pPr algn="l" defTabSz="914400" rtl="0" eaLnBrk="1" latinLnBrk="0" hangingPunct="1">
              <a:lnSpc>
                <a:spcPct val="100000"/>
              </a:lnSpc>
              <a:spcBef>
                <a:spcPct val="0"/>
              </a:spcBef>
              <a:buNone/>
              <a:defRPr sz="3200" b="0" kern="1200" spc="0" baseline="0">
                <a:solidFill>
                  <a:schemeClr val="tx1"/>
                </a:solidFill>
                <a:latin typeface="+mj-lt"/>
                <a:ea typeface="+mj-ea"/>
                <a:cs typeface="+mj-cs"/>
              </a:defRPr>
            </a:lvl1pPr>
          </a:lstStyle>
          <a:p>
            <a:r>
              <a:rPr lang="vi-VN" sz="2600" b="1" dirty="0"/>
              <a:t>2.2. APB Master</a:t>
            </a:r>
            <a:endParaRPr lang="en-US" sz="2600" b="1" dirty="0"/>
          </a:p>
        </p:txBody>
      </p:sp>
    </p:spTree>
    <p:extLst>
      <p:ext uri="{BB962C8B-B14F-4D97-AF65-F5344CB8AC3E}">
        <p14:creationId xmlns:p14="http://schemas.microsoft.com/office/powerpoint/2010/main" val="238734634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F16968-26CB-B631-5CF4-77C99FAA6C2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70CC3F4-00C8-BAAB-3408-F107C6E00E75}"/>
              </a:ext>
            </a:extLst>
          </p:cNvPr>
          <p:cNvSpPr>
            <a:spLocks noGrp="1"/>
          </p:cNvSpPr>
          <p:nvPr>
            <p:ph type="title"/>
          </p:nvPr>
        </p:nvSpPr>
        <p:spPr>
          <a:xfrm>
            <a:off x="521208" y="978408"/>
            <a:ext cx="11155680" cy="585216"/>
          </a:xfrm>
        </p:spPr>
        <p:txBody>
          <a:bodyPr>
            <a:normAutofit fontScale="90000"/>
          </a:bodyPr>
          <a:lstStyle/>
          <a:p>
            <a:r>
              <a:rPr lang="vi-VN" dirty="0"/>
              <a:t>2. Design Specifications</a:t>
            </a:r>
            <a:endParaRPr lang="en-US" dirty="0"/>
          </a:p>
        </p:txBody>
      </p:sp>
      <p:sp>
        <p:nvSpPr>
          <p:cNvPr id="8" name="Date Placeholder 7">
            <a:extLst>
              <a:ext uri="{FF2B5EF4-FFF2-40B4-BE49-F238E27FC236}">
                <a16:creationId xmlns:a16="http://schemas.microsoft.com/office/drawing/2014/main" id="{F4A072E7-EDE2-A6B1-0E42-E0B77CCD519A}"/>
              </a:ext>
            </a:extLst>
          </p:cNvPr>
          <p:cNvSpPr>
            <a:spLocks noGrp="1"/>
          </p:cNvSpPr>
          <p:nvPr>
            <p:ph type="dt" sz="half" idx="10"/>
          </p:nvPr>
        </p:nvSpPr>
        <p:spPr/>
        <p:txBody>
          <a:bodyPr/>
          <a:lstStyle/>
          <a:p>
            <a:fld id="{780F2533-275E-428B-B3B3-9CA4281B478F}" type="datetime1">
              <a:rPr lang="en-US" smtClean="0"/>
              <a:t>7/16/2026</a:t>
            </a:fld>
            <a:endParaRPr lang="en-US"/>
          </a:p>
        </p:txBody>
      </p:sp>
      <p:sp>
        <p:nvSpPr>
          <p:cNvPr id="9" name="Footer Placeholder 8">
            <a:extLst>
              <a:ext uri="{FF2B5EF4-FFF2-40B4-BE49-F238E27FC236}">
                <a16:creationId xmlns:a16="http://schemas.microsoft.com/office/drawing/2014/main" id="{AA907D22-A119-24AD-B8F9-0A3240E79AD7}"/>
              </a:ext>
            </a:extLst>
          </p:cNvPr>
          <p:cNvSpPr>
            <a:spLocks noGrp="1"/>
          </p:cNvSpPr>
          <p:nvPr>
            <p:ph type="ftr" sz="quarter" idx="11"/>
          </p:nvPr>
        </p:nvSpPr>
        <p:spPr/>
        <p:txBody>
          <a:bodyPr/>
          <a:lstStyle/>
          <a:p>
            <a:r>
              <a:rPr lang="en-US"/>
              <a:t>@copyright Hoang Bao Long</a:t>
            </a:r>
          </a:p>
        </p:txBody>
      </p:sp>
      <p:sp>
        <p:nvSpPr>
          <p:cNvPr id="11" name="Slide Number Placeholder 10">
            <a:extLst>
              <a:ext uri="{FF2B5EF4-FFF2-40B4-BE49-F238E27FC236}">
                <a16:creationId xmlns:a16="http://schemas.microsoft.com/office/drawing/2014/main" id="{11E233CC-FC90-6BA5-7C4F-E63B6728E987}"/>
              </a:ext>
            </a:extLst>
          </p:cNvPr>
          <p:cNvSpPr>
            <a:spLocks noGrp="1"/>
          </p:cNvSpPr>
          <p:nvPr>
            <p:ph type="sldNum" sz="quarter" idx="12"/>
          </p:nvPr>
        </p:nvSpPr>
        <p:spPr/>
        <p:txBody>
          <a:bodyPr/>
          <a:lstStyle/>
          <a:p>
            <a:fld id="{148CC95F-0247-41B6-91CF-DC97C76A7088}" type="slidenum">
              <a:rPr lang="en-US" smtClean="0"/>
              <a:t>25</a:t>
            </a:fld>
            <a:endParaRPr lang="en-US"/>
          </a:p>
        </p:txBody>
      </p:sp>
      <p:sp>
        <p:nvSpPr>
          <p:cNvPr id="3" name="TextBox 2">
            <a:extLst>
              <a:ext uri="{FF2B5EF4-FFF2-40B4-BE49-F238E27FC236}">
                <a16:creationId xmlns:a16="http://schemas.microsoft.com/office/drawing/2014/main" id="{EF40E620-9061-5D39-43A0-76E7D7B38189}"/>
              </a:ext>
            </a:extLst>
          </p:cNvPr>
          <p:cNvSpPr txBox="1"/>
          <p:nvPr/>
        </p:nvSpPr>
        <p:spPr>
          <a:xfrm>
            <a:off x="3048762" y="6254422"/>
            <a:ext cx="6094476" cy="307777"/>
          </a:xfrm>
          <a:prstGeom prst="rect">
            <a:avLst/>
          </a:prstGeom>
          <a:noFill/>
        </p:spPr>
        <p:txBody>
          <a:bodyPr wrap="square">
            <a:spAutoFit/>
          </a:bodyPr>
          <a:lstStyle/>
          <a:p>
            <a:pPr algn="ctr"/>
            <a:r>
              <a:rPr lang="en-US" sz="1400" b="1" i="1" dirty="0">
                <a:latin typeface="Arial" panose="020B0604020202020204" pitchFamily="34" charset="0"/>
                <a:cs typeface="Arial" panose="020B0604020202020204" pitchFamily="34" charset="0"/>
              </a:rPr>
              <a:t>APB Slave block</a:t>
            </a:r>
          </a:p>
        </p:txBody>
      </p:sp>
      <p:pic>
        <p:nvPicPr>
          <p:cNvPr id="4" name="Picture 2">
            <a:extLst>
              <a:ext uri="{FF2B5EF4-FFF2-40B4-BE49-F238E27FC236}">
                <a16:creationId xmlns:a16="http://schemas.microsoft.com/office/drawing/2014/main" id="{5FF6F8C6-FB5E-AD44-919A-A74B7E967C94}"/>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343400" y="1813402"/>
            <a:ext cx="3505200" cy="4320363"/>
          </a:xfrm>
          <a:prstGeom prst="rect">
            <a:avLst/>
          </a:prstGeom>
          <a:noFill/>
          <a:extLst>
            <a:ext uri="{909E8E84-426E-40DD-AFC4-6F175D3DCCD1}">
              <a14:hiddenFill xmlns:a14="http://schemas.microsoft.com/office/drawing/2010/main">
                <a:solidFill>
                  <a:srgbClr val="FFFFFF"/>
                </a:solidFill>
              </a14:hiddenFill>
            </a:ext>
          </a:extLst>
        </p:spPr>
      </p:pic>
      <p:sp>
        <p:nvSpPr>
          <p:cNvPr id="5" name="Title 1">
            <a:extLst>
              <a:ext uri="{FF2B5EF4-FFF2-40B4-BE49-F238E27FC236}">
                <a16:creationId xmlns:a16="http://schemas.microsoft.com/office/drawing/2014/main" id="{616A4BCA-EB45-4904-CBB6-637C7398A193}"/>
              </a:ext>
            </a:extLst>
          </p:cNvPr>
          <p:cNvSpPr txBox="1">
            <a:spLocks/>
          </p:cNvSpPr>
          <p:nvPr/>
        </p:nvSpPr>
        <p:spPr>
          <a:xfrm>
            <a:off x="652270" y="1668587"/>
            <a:ext cx="11125202" cy="425190"/>
          </a:xfrm>
          <a:prstGeom prst="rect">
            <a:avLst/>
          </a:prstGeom>
        </p:spPr>
        <p:txBody>
          <a:bodyPr vert="horz" lIns="0" tIns="0" rIns="0" bIns="0" rtlCol="0" anchor="t">
            <a:noAutofit/>
          </a:bodyPr>
          <a:lstStyle>
            <a:lvl1pPr algn="l" defTabSz="914400" rtl="0" eaLnBrk="1" latinLnBrk="0" hangingPunct="1">
              <a:lnSpc>
                <a:spcPct val="100000"/>
              </a:lnSpc>
              <a:spcBef>
                <a:spcPct val="0"/>
              </a:spcBef>
              <a:buNone/>
              <a:defRPr sz="3200" b="0" kern="1200" spc="0" baseline="0">
                <a:solidFill>
                  <a:schemeClr val="tx1"/>
                </a:solidFill>
                <a:latin typeface="+mj-lt"/>
                <a:ea typeface="+mj-ea"/>
                <a:cs typeface="+mj-cs"/>
              </a:defRPr>
            </a:lvl1pPr>
          </a:lstStyle>
          <a:p>
            <a:r>
              <a:rPr lang="vi-VN" sz="2600" b="1" dirty="0"/>
              <a:t>2.3. APB Slave</a:t>
            </a:r>
            <a:endParaRPr lang="en-US" sz="2600" b="1" dirty="0"/>
          </a:p>
        </p:txBody>
      </p:sp>
    </p:spTree>
    <p:extLst>
      <p:ext uri="{BB962C8B-B14F-4D97-AF65-F5344CB8AC3E}">
        <p14:creationId xmlns:p14="http://schemas.microsoft.com/office/powerpoint/2010/main" val="35365969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52383C-77F1-EDAD-326D-5826E9ABE49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BAA551A-7196-C97F-E080-C176C85CCCCD}"/>
              </a:ext>
            </a:extLst>
          </p:cNvPr>
          <p:cNvSpPr>
            <a:spLocks noGrp="1"/>
          </p:cNvSpPr>
          <p:nvPr>
            <p:ph type="title"/>
          </p:nvPr>
        </p:nvSpPr>
        <p:spPr>
          <a:xfrm>
            <a:off x="521208" y="978408"/>
            <a:ext cx="11155680" cy="585216"/>
          </a:xfrm>
        </p:spPr>
        <p:txBody>
          <a:bodyPr>
            <a:normAutofit fontScale="90000"/>
          </a:bodyPr>
          <a:lstStyle/>
          <a:p>
            <a:r>
              <a:rPr lang="vi-VN" dirty="0"/>
              <a:t>2. Design Specifications</a:t>
            </a:r>
            <a:endParaRPr lang="en-US" dirty="0"/>
          </a:p>
        </p:txBody>
      </p:sp>
      <p:sp>
        <p:nvSpPr>
          <p:cNvPr id="8" name="Date Placeholder 7">
            <a:extLst>
              <a:ext uri="{FF2B5EF4-FFF2-40B4-BE49-F238E27FC236}">
                <a16:creationId xmlns:a16="http://schemas.microsoft.com/office/drawing/2014/main" id="{A7C021EC-37D8-B96B-279F-6DF6C12BA8ED}"/>
              </a:ext>
            </a:extLst>
          </p:cNvPr>
          <p:cNvSpPr>
            <a:spLocks noGrp="1"/>
          </p:cNvSpPr>
          <p:nvPr>
            <p:ph type="dt" sz="half" idx="10"/>
          </p:nvPr>
        </p:nvSpPr>
        <p:spPr/>
        <p:txBody>
          <a:bodyPr/>
          <a:lstStyle/>
          <a:p>
            <a:fld id="{780F2533-275E-428B-B3B3-9CA4281B478F}" type="datetime1">
              <a:rPr lang="en-US" smtClean="0"/>
              <a:t>7/16/2026</a:t>
            </a:fld>
            <a:endParaRPr lang="en-US"/>
          </a:p>
        </p:txBody>
      </p:sp>
      <p:sp>
        <p:nvSpPr>
          <p:cNvPr id="9" name="Footer Placeholder 8">
            <a:extLst>
              <a:ext uri="{FF2B5EF4-FFF2-40B4-BE49-F238E27FC236}">
                <a16:creationId xmlns:a16="http://schemas.microsoft.com/office/drawing/2014/main" id="{67F487A9-FE5E-2750-EA0E-02AF32265523}"/>
              </a:ext>
            </a:extLst>
          </p:cNvPr>
          <p:cNvSpPr>
            <a:spLocks noGrp="1"/>
          </p:cNvSpPr>
          <p:nvPr>
            <p:ph type="ftr" sz="quarter" idx="11"/>
          </p:nvPr>
        </p:nvSpPr>
        <p:spPr/>
        <p:txBody>
          <a:bodyPr/>
          <a:lstStyle/>
          <a:p>
            <a:r>
              <a:rPr lang="en-US"/>
              <a:t>@copyright Hoang Bao Long</a:t>
            </a:r>
          </a:p>
        </p:txBody>
      </p:sp>
      <p:sp>
        <p:nvSpPr>
          <p:cNvPr id="11" name="Slide Number Placeholder 10">
            <a:extLst>
              <a:ext uri="{FF2B5EF4-FFF2-40B4-BE49-F238E27FC236}">
                <a16:creationId xmlns:a16="http://schemas.microsoft.com/office/drawing/2014/main" id="{8B64B861-70FB-2AD0-DE39-9AE29259E4AC}"/>
              </a:ext>
            </a:extLst>
          </p:cNvPr>
          <p:cNvSpPr>
            <a:spLocks noGrp="1"/>
          </p:cNvSpPr>
          <p:nvPr>
            <p:ph type="sldNum" sz="quarter" idx="12"/>
          </p:nvPr>
        </p:nvSpPr>
        <p:spPr/>
        <p:txBody>
          <a:bodyPr/>
          <a:lstStyle/>
          <a:p>
            <a:fld id="{148CC95F-0247-41B6-91CF-DC97C76A7088}" type="slidenum">
              <a:rPr lang="en-US" smtClean="0"/>
              <a:t>26</a:t>
            </a:fld>
            <a:endParaRPr lang="en-US"/>
          </a:p>
        </p:txBody>
      </p:sp>
      <p:graphicFrame>
        <p:nvGraphicFramePr>
          <p:cNvPr id="3" name="Table 2">
            <a:extLst>
              <a:ext uri="{FF2B5EF4-FFF2-40B4-BE49-F238E27FC236}">
                <a16:creationId xmlns:a16="http://schemas.microsoft.com/office/drawing/2014/main" id="{BBF0D213-C213-8DD5-098B-98AADA66CE71}"/>
              </a:ext>
            </a:extLst>
          </p:cNvPr>
          <p:cNvGraphicFramePr>
            <a:graphicFrameLocks noGrp="1"/>
          </p:cNvGraphicFramePr>
          <p:nvPr>
            <p:extLst>
              <p:ext uri="{D42A27DB-BD31-4B8C-83A1-F6EECF244321}">
                <p14:modId xmlns:p14="http://schemas.microsoft.com/office/powerpoint/2010/main" val="3354464670"/>
              </p:ext>
            </p:extLst>
          </p:nvPr>
        </p:nvGraphicFramePr>
        <p:xfrm>
          <a:off x="521208" y="2105835"/>
          <a:ext cx="11033444" cy="4450080"/>
        </p:xfrm>
        <a:graphic>
          <a:graphicData uri="http://schemas.openxmlformats.org/drawingml/2006/table">
            <a:tbl>
              <a:tblPr firstRow="1" bandRow="1">
                <a:tableStyleId>{073A0DAA-6AF3-43AB-8588-CEC1D06C72B9}</a:tableStyleId>
              </a:tblPr>
              <a:tblGrid>
                <a:gridCol w="2463483">
                  <a:extLst>
                    <a:ext uri="{9D8B030D-6E8A-4147-A177-3AD203B41FA5}">
                      <a16:colId xmlns:a16="http://schemas.microsoft.com/office/drawing/2014/main" val="1108912286"/>
                    </a:ext>
                  </a:extLst>
                </a:gridCol>
                <a:gridCol w="1524000">
                  <a:extLst>
                    <a:ext uri="{9D8B030D-6E8A-4147-A177-3AD203B41FA5}">
                      <a16:colId xmlns:a16="http://schemas.microsoft.com/office/drawing/2014/main" val="2272246613"/>
                    </a:ext>
                  </a:extLst>
                </a:gridCol>
                <a:gridCol w="1600200">
                  <a:extLst>
                    <a:ext uri="{9D8B030D-6E8A-4147-A177-3AD203B41FA5}">
                      <a16:colId xmlns:a16="http://schemas.microsoft.com/office/drawing/2014/main" val="10821907"/>
                    </a:ext>
                  </a:extLst>
                </a:gridCol>
                <a:gridCol w="5445761">
                  <a:extLst>
                    <a:ext uri="{9D8B030D-6E8A-4147-A177-3AD203B41FA5}">
                      <a16:colId xmlns:a16="http://schemas.microsoft.com/office/drawing/2014/main" val="3160994262"/>
                    </a:ext>
                  </a:extLst>
                </a:gridCol>
              </a:tblGrid>
              <a:tr h="370840">
                <a:tc>
                  <a:txBody>
                    <a:bodyPr/>
                    <a:lstStyle/>
                    <a:p>
                      <a:pPr algn="ctr"/>
                      <a:r>
                        <a:rPr lang="en-US" sz="1600">
                          <a:solidFill>
                            <a:schemeClr val="bg1"/>
                          </a:solidFill>
                        </a:rPr>
                        <a:t>Signal</a:t>
                      </a:r>
                      <a:endParaRPr lang="en-US" sz="1600">
                        <a:solidFill>
                          <a:schemeClr val="bg1"/>
                        </a:solidFill>
                        <a:latin typeface="Arial" panose="020B0604020202020204" pitchFamily="34" charset="0"/>
                        <a:cs typeface="Arial" panose="020B0604020202020204" pitchFamily="34" charset="0"/>
                      </a:endParaRPr>
                    </a:p>
                  </a:txBody>
                  <a:tcPr/>
                </a:tc>
                <a:tc>
                  <a:txBody>
                    <a:bodyPr/>
                    <a:lstStyle/>
                    <a:p>
                      <a:pPr algn="ctr"/>
                      <a:r>
                        <a:rPr lang="en-US" sz="1600">
                          <a:solidFill>
                            <a:schemeClr val="bg1"/>
                          </a:solidFill>
                        </a:rPr>
                        <a:t>Source</a:t>
                      </a:r>
                      <a:endParaRPr lang="en-US" sz="1600">
                        <a:solidFill>
                          <a:schemeClr val="bg1"/>
                        </a:solidFill>
                        <a:latin typeface="Arial" panose="020B0604020202020204" pitchFamily="34" charset="0"/>
                        <a:cs typeface="Arial" panose="020B0604020202020204" pitchFamily="34" charset="0"/>
                      </a:endParaRPr>
                    </a:p>
                  </a:txBody>
                  <a:tcPr/>
                </a:tc>
                <a:tc>
                  <a:txBody>
                    <a:bodyPr/>
                    <a:lstStyle/>
                    <a:p>
                      <a:pPr algn="ctr"/>
                      <a:r>
                        <a:rPr lang="en-US" sz="1600">
                          <a:solidFill>
                            <a:schemeClr val="bg1"/>
                          </a:solidFill>
                        </a:rPr>
                        <a:t>Width</a:t>
                      </a:r>
                      <a:endParaRPr lang="en-US" sz="1600">
                        <a:solidFill>
                          <a:schemeClr val="bg1"/>
                        </a:solidFill>
                        <a:latin typeface="Arial" panose="020B0604020202020204" pitchFamily="34" charset="0"/>
                        <a:cs typeface="Arial" panose="020B0604020202020204" pitchFamily="34" charset="0"/>
                      </a:endParaRPr>
                    </a:p>
                  </a:txBody>
                  <a:tcPr/>
                </a:tc>
                <a:tc>
                  <a:txBody>
                    <a:bodyPr/>
                    <a:lstStyle/>
                    <a:p>
                      <a:pPr algn="ctr"/>
                      <a:r>
                        <a:rPr lang="en-US" sz="1600">
                          <a:solidFill>
                            <a:schemeClr val="bg1"/>
                          </a:solidFill>
                        </a:rPr>
                        <a:t>Description</a:t>
                      </a:r>
                      <a:endParaRPr lang="en-US" sz="1600">
                        <a:solidFill>
                          <a:schemeClr val="bg1"/>
                        </a:solidFill>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3816104531"/>
                  </a:ext>
                </a:extLst>
              </a:tr>
              <a:tr h="370840">
                <a:tc>
                  <a:txBody>
                    <a:bodyPr/>
                    <a:lstStyle/>
                    <a:p>
                      <a:pPr algn="ctr"/>
                      <a:r>
                        <a:rPr lang="en-US" sz="1600" dirty="0"/>
                        <a:t>TRANS</a:t>
                      </a:r>
                      <a:endParaRPr lang="en-US" sz="1600" dirty="0">
                        <a:latin typeface="Arial" panose="020B0604020202020204" pitchFamily="34" charset="0"/>
                        <a:cs typeface="Arial" panose="020B0604020202020204" pitchFamily="34" charset="0"/>
                      </a:endParaRPr>
                    </a:p>
                  </a:txBody>
                  <a:tcPr/>
                </a:tc>
                <a:tc>
                  <a:txBody>
                    <a:bodyPr/>
                    <a:lstStyle/>
                    <a:p>
                      <a:pPr algn="ctr"/>
                      <a:r>
                        <a:rPr lang="en-IN" sz="1600">
                          <a:solidFill>
                            <a:schemeClr val="tx1"/>
                          </a:solidFill>
                        </a:rPr>
                        <a:t>System BUS</a:t>
                      </a:r>
                      <a:endParaRPr lang="en-IN" sz="1600" dirty="0">
                        <a:solidFill>
                          <a:schemeClr val="tx1"/>
                        </a:solidFill>
                        <a:latin typeface="Arial" panose="020B0604020202020204" pitchFamily="34" charset="0"/>
                        <a:cs typeface="Arial" panose="020B0604020202020204" pitchFamily="34" charset="0"/>
                      </a:endParaRPr>
                    </a:p>
                  </a:txBody>
                  <a:tcPr/>
                </a:tc>
                <a:tc>
                  <a:txBody>
                    <a:bodyPr/>
                    <a:lstStyle/>
                    <a:p>
                      <a:pPr algn="ctr"/>
                      <a:r>
                        <a:rPr lang="en-US" sz="1600" dirty="0"/>
                        <a:t>1</a:t>
                      </a:r>
                      <a:endParaRPr lang="en-US" sz="1600" dirty="0">
                        <a:latin typeface="Arial" panose="020B0604020202020204" pitchFamily="34" charset="0"/>
                        <a:cs typeface="Arial" panose="020B0604020202020204" pitchFamily="34" charset="0"/>
                      </a:endParaRPr>
                    </a:p>
                  </a:txBody>
                  <a:tcPr/>
                </a:tc>
                <a:tc>
                  <a:txBody>
                    <a:bodyPr/>
                    <a:lstStyle/>
                    <a:p>
                      <a:pPr fontAlgn="t">
                        <a:lnSpc>
                          <a:spcPts val="1500"/>
                        </a:lnSpc>
                        <a:buNone/>
                      </a:pPr>
                      <a:r>
                        <a:rPr lang="en-US" sz="1600" b="0">
                          <a:effectLst/>
                        </a:rPr>
                        <a:t>Start signal. When the TRANS signal is set to HIGH, the system will begin operation. This signal may remain active for one clock cycle or multiple cycles.</a:t>
                      </a:r>
                      <a:endParaRPr lang="en-US" sz="1600" b="0" i="0">
                        <a:effectLst/>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2693422610"/>
                  </a:ext>
                </a:extLst>
              </a:tr>
              <a:tr h="370840">
                <a:tc>
                  <a:txBody>
                    <a:bodyPr/>
                    <a:lstStyle/>
                    <a:p>
                      <a:pPr algn="ctr"/>
                      <a:r>
                        <a:rPr lang="en-US" sz="1600"/>
                        <a:t>READ</a:t>
                      </a:r>
                      <a:endParaRPr lang="en-US" sz="1600">
                        <a:latin typeface="Arial" panose="020B0604020202020204" pitchFamily="34" charset="0"/>
                        <a:cs typeface="Arial" panose="020B0604020202020204" pitchFamily="34" charset="0"/>
                      </a:endParaRPr>
                    </a:p>
                  </a:txBody>
                  <a:tcP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IN" sz="1600" b="0" u="none" strike="noStrike" kern="0" cap="none" spc="0" normalizeH="0" baseline="0" noProof="0">
                          <a:ln>
                            <a:noFill/>
                          </a:ln>
                          <a:solidFill>
                            <a:prstClr val="black"/>
                          </a:solidFill>
                          <a:effectLst/>
                          <a:uLnTx/>
                          <a:uFillTx/>
                        </a:rPr>
                        <a:t>System BUS</a:t>
                      </a:r>
                      <a:endParaRPr kumimoji="0" lang="en-IN" sz="1600" b="0" i="0" u="none" strike="noStrike" kern="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a:tc>
                <a:tc>
                  <a:txBody>
                    <a:bodyPr/>
                    <a:lstStyle/>
                    <a:p>
                      <a:pPr algn="ctr"/>
                      <a:r>
                        <a:rPr lang="en-US" sz="1600"/>
                        <a:t>1</a:t>
                      </a:r>
                      <a:endParaRPr lang="en-US" sz="1600">
                        <a:latin typeface="Arial" panose="020B0604020202020204" pitchFamily="34" charset="0"/>
                        <a:cs typeface="Arial" panose="020B0604020202020204" pitchFamily="34" charset="0"/>
                      </a:endParaRPr>
                    </a:p>
                  </a:txBody>
                  <a:tcPr/>
                </a:tc>
                <a:tc>
                  <a:txBody>
                    <a:bodyPr/>
                    <a:lstStyle/>
                    <a:p>
                      <a:r>
                        <a:rPr lang="en-US" sz="1600"/>
                        <a:t>Read signal. </a:t>
                      </a:r>
                      <a:endParaRPr lang="en-US" sz="160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363023051"/>
                  </a:ext>
                </a:extLst>
              </a:tr>
              <a:tr h="370840">
                <a:tc>
                  <a:txBody>
                    <a:bodyPr/>
                    <a:lstStyle/>
                    <a:p>
                      <a:pPr algn="ctr"/>
                      <a:r>
                        <a:rPr lang="en-US" sz="1600"/>
                        <a:t>WRITE</a:t>
                      </a:r>
                      <a:endParaRPr lang="en-US" sz="1600">
                        <a:latin typeface="Arial" panose="020B0604020202020204" pitchFamily="34" charset="0"/>
                        <a:cs typeface="Arial" panose="020B0604020202020204" pitchFamily="34" charset="0"/>
                      </a:endParaRPr>
                    </a:p>
                  </a:txBody>
                  <a:tcP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IN" sz="1600" b="0" u="none" strike="noStrike" kern="0" cap="none" spc="0" normalizeH="0" baseline="0" noProof="0">
                          <a:ln>
                            <a:noFill/>
                          </a:ln>
                          <a:solidFill>
                            <a:prstClr val="black"/>
                          </a:solidFill>
                          <a:effectLst/>
                          <a:uLnTx/>
                          <a:uFillTx/>
                        </a:rPr>
                        <a:t>System BUS</a:t>
                      </a:r>
                      <a:endParaRPr kumimoji="0" lang="en-IN" sz="1600" b="0" i="0" u="none" strike="noStrike" kern="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a:tc>
                <a:tc>
                  <a:txBody>
                    <a:bodyPr/>
                    <a:lstStyle/>
                    <a:p>
                      <a:pPr algn="ctr"/>
                      <a:r>
                        <a:rPr lang="en-US" sz="1600"/>
                        <a:t>1</a:t>
                      </a:r>
                      <a:endParaRPr lang="en-US" sz="1600">
                        <a:latin typeface="Arial" panose="020B0604020202020204" pitchFamily="34" charset="0"/>
                        <a:cs typeface="Arial" panose="020B0604020202020204" pitchFamily="34" charset="0"/>
                      </a:endParaRPr>
                    </a:p>
                  </a:txBody>
                  <a:tcPr/>
                </a:tc>
                <a:tc>
                  <a:txBody>
                    <a:bodyPr/>
                    <a:lstStyle/>
                    <a:p>
                      <a:pPr algn="just"/>
                      <a:r>
                        <a:rPr lang="en-US" sz="1600"/>
                        <a:t>Write signal. </a:t>
                      </a:r>
                      <a:endParaRPr lang="en-US" sz="160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648389343"/>
                  </a:ext>
                </a:extLst>
              </a:tr>
              <a:tr h="370840">
                <a:tc>
                  <a:txBody>
                    <a:bodyPr/>
                    <a:lstStyle/>
                    <a:p>
                      <a:pPr algn="ctr"/>
                      <a:r>
                        <a:rPr lang="en-US" sz="1600"/>
                        <a:t>APB_WRITE_PADDR</a:t>
                      </a:r>
                      <a:endParaRPr lang="en-US" sz="1600">
                        <a:latin typeface="Arial" panose="020B0604020202020204" pitchFamily="34" charset="0"/>
                        <a:cs typeface="Arial" panose="020B0604020202020204" pitchFamily="34" charset="0"/>
                      </a:endParaRPr>
                    </a:p>
                  </a:txBody>
                  <a:tcP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IN" sz="1600" b="0" u="none" strike="noStrike" kern="0" cap="none" spc="0" normalizeH="0" baseline="0" noProof="0">
                          <a:ln>
                            <a:noFill/>
                          </a:ln>
                          <a:solidFill>
                            <a:prstClr val="black"/>
                          </a:solidFill>
                          <a:effectLst/>
                          <a:uLnTx/>
                          <a:uFillTx/>
                        </a:rPr>
                        <a:t>System BUS</a:t>
                      </a:r>
                      <a:endParaRPr kumimoji="0" lang="en-IN" sz="1600" b="0" i="0" u="none" strike="noStrike" kern="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a:tc>
                <a:tc>
                  <a:txBody>
                    <a:bodyPr/>
                    <a:lstStyle/>
                    <a:p>
                      <a:pPr algn="ctr"/>
                      <a:r>
                        <a:rPr lang="en-US" sz="1600"/>
                        <a:t>ADDR_WIDTH</a:t>
                      </a:r>
                      <a:endParaRPr lang="en-US" sz="1600">
                        <a:latin typeface="Arial" panose="020B0604020202020204" pitchFamily="34" charset="0"/>
                        <a:cs typeface="Arial" panose="020B0604020202020204" pitchFamily="34" charset="0"/>
                      </a:endParaRPr>
                    </a:p>
                  </a:txBody>
                  <a:tcPr/>
                </a:tc>
                <a:tc>
                  <a:txBody>
                    <a:bodyPr/>
                    <a:lstStyle/>
                    <a:p>
                      <a:pPr fontAlgn="t">
                        <a:lnSpc>
                          <a:spcPts val="1500"/>
                        </a:lnSpc>
                        <a:buNone/>
                      </a:pPr>
                      <a:r>
                        <a:rPr lang="en-US" sz="1600" b="0">
                          <a:effectLst/>
                        </a:rPr>
                        <a:t>Address. This is the APB write address used by the APB master to write data to the slave. The address can be up to 32 bits wide.</a:t>
                      </a:r>
                      <a:endParaRPr lang="en-US" sz="1600" b="0" i="0">
                        <a:effectLst/>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3605326436"/>
                  </a:ext>
                </a:extLst>
              </a:tr>
              <a:tr h="370840">
                <a:tc>
                  <a:txBody>
                    <a:bodyPr/>
                    <a:lstStyle/>
                    <a:p>
                      <a:pPr algn="ctr"/>
                      <a:r>
                        <a:rPr lang="en-US" sz="1600"/>
                        <a:t>APB_WRITE_DATA</a:t>
                      </a:r>
                      <a:endParaRPr lang="en-US" sz="1600">
                        <a:latin typeface="Arial" panose="020B0604020202020204" pitchFamily="34" charset="0"/>
                        <a:cs typeface="Arial" panose="020B0604020202020204" pitchFamily="34" charset="0"/>
                      </a:endParaRPr>
                    </a:p>
                  </a:txBody>
                  <a:tcP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IN" sz="1600" b="0" u="none" strike="noStrike" kern="0" cap="none" spc="0" normalizeH="0" baseline="0" noProof="0">
                          <a:ln>
                            <a:noFill/>
                          </a:ln>
                          <a:solidFill>
                            <a:prstClr val="black"/>
                          </a:solidFill>
                          <a:effectLst/>
                          <a:uLnTx/>
                          <a:uFillTx/>
                        </a:rPr>
                        <a:t>System BUS</a:t>
                      </a:r>
                      <a:endParaRPr kumimoji="0" lang="en-IN" sz="1600" b="0" i="0" u="none" strike="noStrike" kern="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1600"/>
                        <a:t>DATA_WIDTH</a:t>
                      </a:r>
                      <a:endParaRPr lang="en-IN" sz="1600">
                        <a:solidFill>
                          <a:schemeClr val="tx1"/>
                        </a:solidFill>
                        <a:latin typeface="Arial" panose="020B0604020202020204" pitchFamily="34" charset="0"/>
                        <a:cs typeface="Arial" panose="020B0604020202020204" pitchFamily="34" charset="0"/>
                      </a:endParaRPr>
                    </a:p>
                  </a:txBody>
                  <a:tcPr/>
                </a:tc>
                <a:tc>
                  <a:txBody>
                    <a:bodyPr/>
                    <a:lstStyle/>
                    <a:p>
                      <a:pPr fontAlgn="t">
                        <a:lnSpc>
                          <a:spcPts val="1500"/>
                        </a:lnSpc>
                        <a:buNone/>
                      </a:pPr>
                      <a:r>
                        <a:rPr lang="en-US" sz="1600" b="0">
                          <a:effectLst/>
                        </a:rPr>
                        <a:t>Data Write. This is the data sent from the APB master to the APB slave during a write operation. The data width can be up to 32 bits.</a:t>
                      </a:r>
                      <a:endParaRPr lang="en-US" sz="1600" b="0" i="0">
                        <a:effectLst/>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679113978"/>
                  </a:ext>
                </a:extLst>
              </a:tr>
              <a:tr h="370840">
                <a:tc>
                  <a:txBody>
                    <a:bodyPr/>
                    <a:lstStyle/>
                    <a:p>
                      <a:pPr algn="ctr"/>
                      <a:r>
                        <a:rPr lang="en-IN" sz="1600">
                          <a:solidFill>
                            <a:schemeClr val="tx1"/>
                          </a:solidFill>
                        </a:rPr>
                        <a:t>APB_READ_PADDR</a:t>
                      </a:r>
                      <a:endParaRPr lang="en-IN" sz="1600" dirty="0">
                        <a:solidFill>
                          <a:schemeClr val="tx1"/>
                        </a:solidFill>
                        <a:latin typeface="Arial" panose="020B0604020202020204" pitchFamily="34" charset="0"/>
                        <a:cs typeface="Arial" panose="020B0604020202020204" pitchFamily="34" charset="0"/>
                      </a:endParaRPr>
                    </a:p>
                  </a:txBody>
                  <a:tcP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IN" sz="1600" b="0" u="none" strike="noStrike" kern="0" cap="none" spc="0" normalizeH="0" baseline="0" noProof="0">
                          <a:ln>
                            <a:noFill/>
                          </a:ln>
                          <a:solidFill>
                            <a:prstClr val="black"/>
                          </a:solidFill>
                          <a:effectLst/>
                          <a:uLnTx/>
                          <a:uFillTx/>
                        </a:rPr>
                        <a:t>System BUS</a:t>
                      </a:r>
                      <a:endParaRPr kumimoji="0" lang="en-IN" sz="1600" b="0" i="0" u="none" strike="noStrike" kern="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1600"/>
                        <a:t>ADDR_WIDTH</a:t>
                      </a:r>
                      <a:endParaRPr lang="en-US" sz="1600">
                        <a:latin typeface="Arial" panose="020B0604020202020204" pitchFamily="34" charset="0"/>
                        <a:cs typeface="Arial" panose="020B0604020202020204" pitchFamily="34" charset="0"/>
                      </a:endParaRPr>
                    </a:p>
                  </a:txBody>
                  <a:tcPr/>
                </a:tc>
                <a:tc>
                  <a:txBody>
                    <a:bodyPr/>
                    <a:lstStyle/>
                    <a:p>
                      <a:pPr marL="0" marR="0" lvl="0" indent="0" algn="l" defTabSz="914400" eaLnBrk="1" fontAlgn="auto" latinLnBrk="0" hangingPunct="1">
                        <a:lnSpc>
                          <a:spcPct val="100000"/>
                        </a:lnSpc>
                        <a:spcBef>
                          <a:spcPts val="0"/>
                        </a:spcBef>
                        <a:spcAft>
                          <a:spcPts val="0"/>
                        </a:spcAft>
                        <a:buClrTx/>
                        <a:buSzTx/>
                        <a:buFontTx/>
                        <a:buNone/>
                        <a:tabLst/>
                        <a:defRPr/>
                      </a:pPr>
                      <a:r>
                        <a:rPr lang="en-US" sz="1600" b="0">
                          <a:effectLst/>
                        </a:rPr>
                        <a:t>Address. This is the APB read address used by the APB master to read data from the slave. The address can be up to 32 bits wide.</a:t>
                      </a:r>
                      <a:endParaRPr lang="en-US" sz="1600" b="0" i="0">
                        <a:effectLst/>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090504135"/>
                  </a:ext>
                </a:extLst>
              </a:tr>
              <a:tr h="370840">
                <a:tc>
                  <a:txBody>
                    <a:bodyPr/>
                    <a:lstStyle/>
                    <a:p>
                      <a:pPr algn="ctr"/>
                      <a:r>
                        <a:rPr lang="en-IN" sz="1600">
                          <a:solidFill>
                            <a:schemeClr val="tx1"/>
                          </a:solidFill>
                        </a:rPr>
                        <a:t>APB_READ_DATA_OUT</a:t>
                      </a:r>
                      <a:endParaRPr lang="en-IN" sz="1600" dirty="0">
                        <a:solidFill>
                          <a:schemeClr val="tx1"/>
                        </a:solidFill>
                        <a:latin typeface="Arial" panose="020B0604020202020204" pitchFamily="34" charset="0"/>
                        <a:cs typeface="Arial" panose="020B0604020202020204" pitchFamily="34" charset="0"/>
                      </a:endParaRPr>
                    </a:p>
                  </a:txBody>
                  <a:tcP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IN" sz="1600" b="0" u="none" strike="noStrike" kern="0" cap="none" spc="0" normalizeH="0" baseline="0" noProof="0">
                          <a:ln>
                            <a:noFill/>
                          </a:ln>
                          <a:solidFill>
                            <a:prstClr val="black"/>
                          </a:solidFill>
                          <a:effectLst/>
                          <a:uLnTx/>
                          <a:uFillTx/>
                        </a:rPr>
                        <a:t>System BUS</a:t>
                      </a:r>
                      <a:endParaRPr kumimoji="0" lang="en-IN" sz="1600" b="0" i="0" u="none" strike="noStrike" kern="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1600"/>
                        <a:t>DATA_WIDTH</a:t>
                      </a:r>
                      <a:endParaRPr lang="en-IN" sz="1600">
                        <a:solidFill>
                          <a:schemeClr val="tx1"/>
                        </a:solidFill>
                        <a:latin typeface="Arial" panose="020B0604020202020204" pitchFamily="34" charset="0"/>
                        <a:cs typeface="Arial" panose="020B0604020202020204" pitchFamily="34" charset="0"/>
                      </a:endParaRPr>
                    </a:p>
                  </a:txBody>
                  <a:tcPr/>
                </a:tc>
                <a:tc>
                  <a:txBody>
                    <a:bodyPr/>
                    <a:lstStyle/>
                    <a:p>
                      <a:pPr fontAlgn="t">
                        <a:lnSpc>
                          <a:spcPts val="1500"/>
                        </a:lnSpc>
                        <a:buNone/>
                      </a:pPr>
                      <a:r>
                        <a:rPr lang="en-US" sz="1600" b="0" dirty="0">
                          <a:effectLst/>
                        </a:rPr>
                        <a:t>Data Out. This is the data which is read from slave. The data width can be up to 32 bits.</a:t>
                      </a:r>
                      <a:endParaRPr lang="en-US" sz="1600" b="0" i="0" dirty="0">
                        <a:effectLst/>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4154895400"/>
                  </a:ext>
                </a:extLst>
              </a:tr>
            </a:tbl>
          </a:graphicData>
        </a:graphic>
      </p:graphicFrame>
      <p:sp>
        <p:nvSpPr>
          <p:cNvPr id="4" name="Title 1">
            <a:extLst>
              <a:ext uri="{FF2B5EF4-FFF2-40B4-BE49-F238E27FC236}">
                <a16:creationId xmlns:a16="http://schemas.microsoft.com/office/drawing/2014/main" id="{CCF301AE-AF7B-AE5A-C313-DB76272B459E}"/>
              </a:ext>
            </a:extLst>
          </p:cNvPr>
          <p:cNvSpPr txBox="1">
            <a:spLocks/>
          </p:cNvSpPr>
          <p:nvPr/>
        </p:nvSpPr>
        <p:spPr>
          <a:xfrm>
            <a:off x="652270" y="1668587"/>
            <a:ext cx="11125202" cy="425190"/>
          </a:xfrm>
          <a:prstGeom prst="rect">
            <a:avLst/>
          </a:prstGeom>
        </p:spPr>
        <p:txBody>
          <a:bodyPr vert="horz" lIns="0" tIns="0" rIns="0" bIns="0" rtlCol="0" anchor="t">
            <a:noAutofit/>
          </a:bodyPr>
          <a:lstStyle>
            <a:lvl1pPr algn="l" defTabSz="914400" rtl="0" eaLnBrk="1" latinLnBrk="0" hangingPunct="1">
              <a:lnSpc>
                <a:spcPct val="100000"/>
              </a:lnSpc>
              <a:spcBef>
                <a:spcPct val="0"/>
              </a:spcBef>
              <a:buNone/>
              <a:defRPr sz="3200" b="0" kern="1200" spc="0" baseline="0">
                <a:solidFill>
                  <a:schemeClr val="tx1"/>
                </a:solidFill>
                <a:latin typeface="+mj-lt"/>
                <a:ea typeface="+mj-ea"/>
                <a:cs typeface="+mj-cs"/>
              </a:defRPr>
            </a:lvl1pPr>
          </a:lstStyle>
          <a:p>
            <a:r>
              <a:rPr lang="vi-VN" sz="2600" b="1" dirty="0"/>
              <a:t>2.4. APB Signals</a:t>
            </a:r>
            <a:endParaRPr lang="en-US" sz="2600" b="1" dirty="0"/>
          </a:p>
        </p:txBody>
      </p:sp>
    </p:spTree>
    <p:extLst>
      <p:ext uri="{BB962C8B-B14F-4D97-AF65-F5344CB8AC3E}">
        <p14:creationId xmlns:p14="http://schemas.microsoft.com/office/powerpoint/2010/main" val="135196494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08DA8D-DDF5-58DC-8024-A0C117E7111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721106E-814A-CCE5-752A-A5FA8D96CD13}"/>
              </a:ext>
            </a:extLst>
          </p:cNvPr>
          <p:cNvSpPr>
            <a:spLocks noGrp="1"/>
          </p:cNvSpPr>
          <p:nvPr>
            <p:ph type="title"/>
          </p:nvPr>
        </p:nvSpPr>
        <p:spPr>
          <a:xfrm>
            <a:off x="521208" y="978408"/>
            <a:ext cx="11155680" cy="585216"/>
          </a:xfrm>
        </p:spPr>
        <p:txBody>
          <a:bodyPr>
            <a:normAutofit fontScale="90000"/>
          </a:bodyPr>
          <a:lstStyle/>
          <a:p>
            <a:r>
              <a:rPr lang="vi-VN" dirty="0"/>
              <a:t>2. Design Specifications</a:t>
            </a:r>
            <a:endParaRPr lang="en-US" dirty="0"/>
          </a:p>
        </p:txBody>
      </p:sp>
      <p:sp>
        <p:nvSpPr>
          <p:cNvPr id="8" name="Date Placeholder 7">
            <a:extLst>
              <a:ext uri="{FF2B5EF4-FFF2-40B4-BE49-F238E27FC236}">
                <a16:creationId xmlns:a16="http://schemas.microsoft.com/office/drawing/2014/main" id="{2F858A94-F4E8-885F-1ED5-9E2DD06683A9}"/>
              </a:ext>
            </a:extLst>
          </p:cNvPr>
          <p:cNvSpPr>
            <a:spLocks noGrp="1"/>
          </p:cNvSpPr>
          <p:nvPr>
            <p:ph type="dt" sz="half" idx="10"/>
          </p:nvPr>
        </p:nvSpPr>
        <p:spPr/>
        <p:txBody>
          <a:bodyPr/>
          <a:lstStyle/>
          <a:p>
            <a:fld id="{780F2533-275E-428B-B3B3-9CA4281B478F}" type="datetime1">
              <a:rPr lang="en-US" smtClean="0"/>
              <a:t>7/16/2026</a:t>
            </a:fld>
            <a:endParaRPr lang="en-US"/>
          </a:p>
        </p:txBody>
      </p:sp>
      <p:sp>
        <p:nvSpPr>
          <p:cNvPr id="9" name="Footer Placeholder 8">
            <a:extLst>
              <a:ext uri="{FF2B5EF4-FFF2-40B4-BE49-F238E27FC236}">
                <a16:creationId xmlns:a16="http://schemas.microsoft.com/office/drawing/2014/main" id="{4B2BE0EE-A634-2E52-ACC9-21B6D1D10D5B}"/>
              </a:ext>
            </a:extLst>
          </p:cNvPr>
          <p:cNvSpPr>
            <a:spLocks noGrp="1"/>
          </p:cNvSpPr>
          <p:nvPr>
            <p:ph type="ftr" sz="quarter" idx="11"/>
          </p:nvPr>
        </p:nvSpPr>
        <p:spPr/>
        <p:txBody>
          <a:bodyPr/>
          <a:lstStyle/>
          <a:p>
            <a:r>
              <a:rPr lang="en-US"/>
              <a:t>@copyright Hoang Bao Long</a:t>
            </a:r>
          </a:p>
        </p:txBody>
      </p:sp>
      <p:sp>
        <p:nvSpPr>
          <p:cNvPr id="11" name="Slide Number Placeholder 10">
            <a:extLst>
              <a:ext uri="{FF2B5EF4-FFF2-40B4-BE49-F238E27FC236}">
                <a16:creationId xmlns:a16="http://schemas.microsoft.com/office/drawing/2014/main" id="{F4DBC6FB-0129-602F-472D-A558BE9B817C}"/>
              </a:ext>
            </a:extLst>
          </p:cNvPr>
          <p:cNvSpPr>
            <a:spLocks noGrp="1"/>
          </p:cNvSpPr>
          <p:nvPr>
            <p:ph type="sldNum" sz="quarter" idx="12"/>
          </p:nvPr>
        </p:nvSpPr>
        <p:spPr/>
        <p:txBody>
          <a:bodyPr/>
          <a:lstStyle/>
          <a:p>
            <a:fld id="{148CC95F-0247-41B6-91CF-DC97C76A7088}" type="slidenum">
              <a:rPr lang="en-US" smtClean="0"/>
              <a:t>27</a:t>
            </a:fld>
            <a:endParaRPr lang="en-US"/>
          </a:p>
        </p:txBody>
      </p:sp>
      <p:graphicFrame>
        <p:nvGraphicFramePr>
          <p:cNvPr id="3" name="Table 2">
            <a:extLst>
              <a:ext uri="{FF2B5EF4-FFF2-40B4-BE49-F238E27FC236}">
                <a16:creationId xmlns:a16="http://schemas.microsoft.com/office/drawing/2014/main" id="{FF16FA80-4A84-F07F-DA43-3416E8B2B77E}"/>
              </a:ext>
            </a:extLst>
          </p:cNvPr>
          <p:cNvGraphicFramePr>
            <a:graphicFrameLocks noGrp="1"/>
          </p:cNvGraphicFramePr>
          <p:nvPr>
            <p:extLst>
              <p:ext uri="{D42A27DB-BD31-4B8C-83A1-F6EECF244321}">
                <p14:modId xmlns:p14="http://schemas.microsoft.com/office/powerpoint/2010/main" val="1672250764"/>
              </p:ext>
            </p:extLst>
          </p:nvPr>
        </p:nvGraphicFramePr>
        <p:xfrm>
          <a:off x="521208" y="2076323"/>
          <a:ext cx="11033444" cy="4450080"/>
        </p:xfrm>
        <a:graphic>
          <a:graphicData uri="http://schemas.openxmlformats.org/drawingml/2006/table">
            <a:tbl>
              <a:tblPr firstRow="1" bandRow="1">
                <a:tableStyleId>{073A0DAA-6AF3-43AB-8588-CEC1D06C72B9}</a:tableStyleId>
              </a:tblPr>
              <a:tblGrid>
                <a:gridCol w="2463483">
                  <a:extLst>
                    <a:ext uri="{9D8B030D-6E8A-4147-A177-3AD203B41FA5}">
                      <a16:colId xmlns:a16="http://schemas.microsoft.com/office/drawing/2014/main" val="1108912286"/>
                    </a:ext>
                  </a:extLst>
                </a:gridCol>
                <a:gridCol w="1524000">
                  <a:extLst>
                    <a:ext uri="{9D8B030D-6E8A-4147-A177-3AD203B41FA5}">
                      <a16:colId xmlns:a16="http://schemas.microsoft.com/office/drawing/2014/main" val="2272246613"/>
                    </a:ext>
                  </a:extLst>
                </a:gridCol>
                <a:gridCol w="1600200">
                  <a:extLst>
                    <a:ext uri="{9D8B030D-6E8A-4147-A177-3AD203B41FA5}">
                      <a16:colId xmlns:a16="http://schemas.microsoft.com/office/drawing/2014/main" val="10821907"/>
                    </a:ext>
                  </a:extLst>
                </a:gridCol>
                <a:gridCol w="5445761">
                  <a:extLst>
                    <a:ext uri="{9D8B030D-6E8A-4147-A177-3AD203B41FA5}">
                      <a16:colId xmlns:a16="http://schemas.microsoft.com/office/drawing/2014/main" val="3160994262"/>
                    </a:ext>
                  </a:extLst>
                </a:gridCol>
              </a:tblGrid>
              <a:tr h="370840">
                <a:tc>
                  <a:txBody>
                    <a:bodyPr/>
                    <a:lstStyle/>
                    <a:p>
                      <a:pPr algn="ctr"/>
                      <a:r>
                        <a:rPr lang="en-US" sz="1600">
                          <a:solidFill>
                            <a:schemeClr val="bg1"/>
                          </a:solidFill>
                        </a:rPr>
                        <a:t>Signal</a:t>
                      </a:r>
                      <a:endParaRPr lang="en-US" sz="1600">
                        <a:solidFill>
                          <a:schemeClr val="bg1"/>
                        </a:solidFill>
                        <a:latin typeface="Arial" panose="020B0604020202020204" pitchFamily="34" charset="0"/>
                        <a:cs typeface="Arial" panose="020B0604020202020204" pitchFamily="34" charset="0"/>
                      </a:endParaRPr>
                    </a:p>
                  </a:txBody>
                  <a:tcPr/>
                </a:tc>
                <a:tc>
                  <a:txBody>
                    <a:bodyPr/>
                    <a:lstStyle/>
                    <a:p>
                      <a:pPr algn="ctr"/>
                      <a:r>
                        <a:rPr lang="en-US" sz="1600">
                          <a:solidFill>
                            <a:schemeClr val="bg1"/>
                          </a:solidFill>
                        </a:rPr>
                        <a:t>Source</a:t>
                      </a:r>
                      <a:endParaRPr lang="en-US" sz="1600">
                        <a:solidFill>
                          <a:schemeClr val="bg1"/>
                        </a:solidFill>
                        <a:latin typeface="Arial" panose="020B0604020202020204" pitchFamily="34" charset="0"/>
                        <a:cs typeface="Arial" panose="020B0604020202020204" pitchFamily="34" charset="0"/>
                      </a:endParaRPr>
                    </a:p>
                  </a:txBody>
                  <a:tcPr/>
                </a:tc>
                <a:tc>
                  <a:txBody>
                    <a:bodyPr/>
                    <a:lstStyle/>
                    <a:p>
                      <a:pPr algn="ctr"/>
                      <a:r>
                        <a:rPr lang="en-US" sz="1600">
                          <a:solidFill>
                            <a:schemeClr val="bg1"/>
                          </a:solidFill>
                        </a:rPr>
                        <a:t>Width</a:t>
                      </a:r>
                      <a:endParaRPr lang="en-US" sz="1600">
                        <a:solidFill>
                          <a:schemeClr val="bg1"/>
                        </a:solidFill>
                        <a:latin typeface="Arial" panose="020B0604020202020204" pitchFamily="34" charset="0"/>
                        <a:cs typeface="Arial" panose="020B0604020202020204" pitchFamily="34" charset="0"/>
                      </a:endParaRPr>
                    </a:p>
                  </a:txBody>
                  <a:tcPr/>
                </a:tc>
                <a:tc>
                  <a:txBody>
                    <a:bodyPr/>
                    <a:lstStyle/>
                    <a:p>
                      <a:pPr algn="ctr"/>
                      <a:r>
                        <a:rPr lang="en-US" sz="1600">
                          <a:solidFill>
                            <a:schemeClr val="bg1"/>
                          </a:solidFill>
                        </a:rPr>
                        <a:t>Description</a:t>
                      </a:r>
                      <a:endParaRPr lang="en-US" sz="1600">
                        <a:solidFill>
                          <a:schemeClr val="bg1"/>
                        </a:solidFill>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3816104531"/>
                  </a:ext>
                </a:extLst>
              </a:tr>
              <a:tr h="370840">
                <a:tc>
                  <a:txBody>
                    <a:bodyPr/>
                    <a:lstStyle/>
                    <a:p>
                      <a:pPr algn="ctr"/>
                      <a:r>
                        <a:rPr lang="en-US" sz="1600"/>
                        <a:t>TRANS</a:t>
                      </a:r>
                      <a:endParaRPr lang="en-US" sz="1600">
                        <a:latin typeface="Arial" panose="020B0604020202020204" pitchFamily="34" charset="0"/>
                        <a:cs typeface="Arial" panose="020B0604020202020204" pitchFamily="34" charset="0"/>
                      </a:endParaRPr>
                    </a:p>
                  </a:txBody>
                  <a:tcPr/>
                </a:tc>
                <a:tc>
                  <a:txBody>
                    <a:bodyPr/>
                    <a:lstStyle/>
                    <a:p>
                      <a:pPr algn="ctr"/>
                      <a:r>
                        <a:rPr lang="en-IN" sz="1600" dirty="0">
                          <a:solidFill>
                            <a:schemeClr val="tx1"/>
                          </a:solidFill>
                        </a:rPr>
                        <a:t>System BUS</a:t>
                      </a:r>
                      <a:endParaRPr lang="en-IN" sz="1600" dirty="0">
                        <a:solidFill>
                          <a:schemeClr val="tx1"/>
                        </a:solidFill>
                        <a:latin typeface="Arial" panose="020B0604020202020204" pitchFamily="34" charset="0"/>
                        <a:cs typeface="Arial" panose="020B0604020202020204" pitchFamily="34" charset="0"/>
                      </a:endParaRPr>
                    </a:p>
                  </a:txBody>
                  <a:tcPr/>
                </a:tc>
                <a:tc>
                  <a:txBody>
                    <a:bodyPr/>
                    <a:lstStyle/>
                    <a:p>
                      <a:pPr algn="ctr"/>
                      <a:r>
                        <a:rPr lang="en-US" sz="1600"/>
                        <a:t>1</a:t>
                      </a:r>
                      <a:endParaRPr lang="en-US" sz="1600">
                        <a:latin typeface="Arial" panose="020B0604020202020204" pitchFamily="34" charset="0"/>
                        <a:cs typeface="Arial" panose="020B0604020202020204" pitchFamily="34" charset="0"/>
                      </a:endParaRPr>
                    </a:p>
                  </a:txBody>
                  <a:tcPr/>
                </a:tc>
                <a:tc>
                  <a:txBody>
                    <a:bodyPr/>
                    <a:lstStyle/>
                    <a:p>
                      <a:pPr fontAlgn="t">
                        <a:lnSpc>
                          <a:spcPts val="1500"/>
                        </a:lnSpc>
                        <a:buNone/>
                      </a:pPr>
                      <a:r>
                        <a:rPr lang="en-US" sz="1600" b="0">
                          <a:effectLst/>
                        </a:rPr>
                        <a:t>Start signal. When the TRANS signal is set to HIGH, the system will begin operation. This signal may remain active for one clock cycle or multiple cycles.</a:t>
                      </a:r>
                      <a:endParaRPr lang="en-US" sz="1600" b="0" i="0">
                        <a:effectLst/>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2693422610"/>
                  </a:ext>
                </a:extLst>
              </a:tr>
              <a:tr h="370840">
                <a:tc>
                  <a:txBody>
                    <a:bodyPr/>
                    <a:lstStyle/>
                    <a:p>
                      <a:pPr algn="ctr"/>
                      <a:r>
                        <a:rPr lang="en-US" sz="1600"/>
                        <a:t>READ</a:t>
                      </a:r>
                      <a:endParaRPr lang="en-US" sz="1600">
                        <a:latin typeface="Arial" panose="020B0604020202020204" pitchFamily="34" charset="0"/>
                        <a:cs typeface="Arial" panose="020B0604020202020204" pitchFamily="34" charset="0"/>
                      </a:endParaRPr>
                    </a:p>
                  </a:txBody>
                  <a:tcP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IN" sz="1600" b="0" u="none" strike="noStrike" kern="0" cap="none" spc="0" normalizeH="0" baseline="0" noProof="0">
                          <a:ln>
                            <a:noFill/>
                          </a:ln>
                          <a:solidFill>
                            <a:prstClr val="black"/>
                          </a:solidFill>
                          <a:effectLst/>
                          <a:uLnTx/>
                          <a:uFillTx/>
                        </a:rPr>
                        <a:t>System BUS</a:t>
                      </a:r>
                      <a:endParaRPr kumimoji="0" lang="en-IN" sz="1600" b="0" i="0" u="none" strike="noStrike" kern="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a:tc>
                <a:tc>
                  <a:txBody>
                    <a:bodyPr/>
                    <a:lstStyle/>
                    <a:p>
                      <a:pPr algn="ctr"/>
                      <a:r>
                        <a:rPr lang="en-US" sz="1600"/>
                        <a:t>1</a:t>
                      </a:r>
                      <a:endParaRPr lang="en-US" sz="1600">
                        <a:latin typeface="Arial" panose="020B0604020202020204" pitchFamily="34" charset="0"/>
                        <a:cs typeface="Arial" panose="020B0604020202020204" pitchFamily="34" charset="0"/>
                      </a:endParaRPr>
                    </a:p>
                  </a:txBody>
                  <a:tcPr/>
                </a:tc>
                <a:tc>
                  <a:txBody>
                    <a:bodyPr/>
                    <a:lstStyle/>
                    <a:p>
                      <a:r>
                        <a:rPr lang="en-US" sz="1600"/>
                        <a:t>Read signal. </a:t>
                      </a:r>
                      <a:endParaRPr lang="en-US" sz="160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363023051"/>
                  </a:ext>
                </a:extLst>
              </a:tr>
              <a:tr h="370840">
                <a:tc>
                  <a:txBody>
                    <a:bodyPr/>
                    <a:lstStyle/>
                    <a:p>
                      <a:pPr algn="ctr"/>
                      <a:r>
                        <a:rPr lang="en-US" sz="1600"/>
                        <a:t>WRITE</a:t>
                      </a:r>
                      <a:endParaRPr lang="en-US" sz="1600">
                        <a:latin typeface="Arial" panose="020B0604020202020204" pitchFamily="34" charset="0"/>
                        <a:cs typeface="Arial" panose="020B0604020202020204" pitchFamily="34" charset="0"/>
                      </a:endParaRPr>
                    </a:p>
                  </a:txBody>
                  <a:tcP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IN" sz="1600" b="0" u="none" strike="noStrike" kern="0" cap="none" spc="0" normalizeH="0" baseline="0" noProof="0">
                          <a:ln>
                            <a:noFill/>
                          </a:ln>
                          <a:solidFill>
                            <a:prstClr val="black"/>
                          </a:solidFill>
                          <a:effectLst/>
                          <a:uLnTx/>
                          <a:uFillTx/>
                        </a:rPr>
                        <a:t>System BUS</a:t>
                      </a:r>
                      <a:endParaRPr kumimoji="0" lang="en-IN" sz="1600" b="0" i="0" u="none" strike="noStrike" kern="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a:tc>
                <a:tc>
                  <a:txBody>
                    <a:bodyPr/>
                    <a:lstStyle/>
                    <a:p>
                      <a:pPr algn="ctr"/>
                      <a:r>
                        <a:rPr lang="en-US" sz="1600"/>
                        <a:t>1</a:t>
                      </a:r>
                      <a:endParaRPr lang="en-US" sz="1600">
                        <a:latin typeface="Arial" panose="020B0604020202020204" pitchFamily="34" charset="0"/>
                        <a:cs typeface="Arial" panose="020B0604020202020204" pitchFamily="34" charset="0"/>
                      </a:endParaRPr>
                    </a:p>
                  </a:txBody>
                  <a:tcPr/>
                </a:tc>
                <a:tc>
                  <a:txBody>
                    <a:bodyPr/>
                    <a:lstStyle/>
                    <a:p>
                      <a:pPr algn="just"/>
                      <a:r>
                        <a:rPr lang="en-US" sz="1600"/>
                        <a:t>Write signal. </a:t>
                      </a:r>
                      <a:endParaRPr lang="en-US" sz="160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648389343"/>
                  </a:ext>
                </a:extLst>
              </a:tr>
              <a:tr h="370840">
                <a:tc>
                  <a:txBody>
                    <a:bodyPr/>
                    <a:lstStyle/>
                    <a:p>
                      <a:pPr algn="ctr"/>
                      <a:r>
                        <a:rPr lang="en-US" sz="1600"/>
                        <a:t>APB_WRITE_PADDR</a:t>
                      </a:r>
                      <a:endParaRPr lang="en-US" sz="1600">
                        <a:latin typeface="Arial" panose="020B0604020202020204" pitchFamily="34" charset="0"/>
                        <a:cs typeface="Arial" panose="020B0604020202020204" pitchFamily="34" charset="0"/>
                      </a:endParaRPr>
                    </a:p>
                  </a:txBody>
                  <a:tcP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IN" sz="1600" b="0" u="none" strike="noStrike" kern="0" cap="none" spc="0" normalizeH="0" baseline="0" noProof="0">
                          <a:ln>
                            <a:noFill/>
                          </a:ln>
                          <a:solidFill>
                            <a:prstClr val="black"/>
                          </a:solidFill>
                          <a:effectLst/>
                          <a:uLnTx/>
                          <a:uFillTx/>
                        </a:rPr>
                        <a:t>System BUS</a:t>
                      </a:r>
                      <a:endParaRPr kumimoji="0" lang="en-IN" sz="1600" b="0" i="0" u="none" strike="noStrike" kern="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a:tc>
                <a:tc>
                  <a:txBody>
                    <a:bodyPr/>
                    <a:lstStyle/>
                    <a:p>
                      <a:pPr algn="ctr"/>
                      <a:r>
                        <a:rPr lang="en-US" sz="1600"/>
                        <a:t>ADDR_WIDTH</a:t>
                      </a:r>
                      <a:endParaRPr lang="en-US" sz="1600">
                        <a:latin typeface="Arial" panose="020B0604020202020204" pitchFamily="34" charset="0"/>
                        <a:cs typeface="Arial" panose="020B0604020202020204" pitchFamily="34" charset="0"/>
                      </a:endParaRPr>
                    </a:p>
                  </a:txBody>
                  <a:tcPr/>
                </a:tc>
                <a:tc>
                  <a:txBody>
                    <a:bodyPr/>
                    <a:lstStyle/>
                    <a:p>
                      <a:pPr fontAlgn="t">
                        <a:lnSpc>
                          <a:spcPts val="1500"/>
                        </a:lnSpc>
                        <a:buNone/>
                      </a:pPr>
                      <a:r>
                        <a:rPr lang="en-US" sz="1600" b="0">
                          <a:effectLst/>
                        </a:rPr>
                        <a:t>Address. This is the APB write address used by the APB master to write data to the slave. The address can be up to 32 bits wide.</a:t>
                      </a:r>
                      <a:endParaRPr lang="en-US" sz="1600" b="0" i="0">
                        <a:effectLst/>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3605326436"/>
                  </a:ext>
                </a:extLst>
              </a:tr>
              <a:tr h="370840">
                <a:tc>
                  <a:txBody>
                    <a:bodyPr/>
                    <a:lstStyle/>
                    <a:p>
                      <a:pPr algn="ctr"/>
                      <a:r>
                        <a:rPr lang="en-US" sz="1600"/>
                        <a:t>APB_WRITE_DATA</a:t>
                      </a:r>
                      <a:endParaRPr lang="en-US" sz="1600">
                        <a:latin typeface="Arial" panose="020B0604020202020204" pitchFamily="34" charset="0"/>
                        <a:cs typeface="Arial" panose="020B0604020202020204" pitchFamily="34" charset="0"/>
                      </a:endParaRPr>
                    </a:p>
                  </a:txBody>
                  <a:tcP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IN" sz="1600" b="0" u="none" strike="noStrike" kern="0" cap="none" spc="0" normalizeH="0" baseline="0" noProof="0">
                          <a:ln>
                            <a:noFill/>
                          </a:ln>
                          <a:solidFill>
                            <a:prstClr val="black"/>
                          </a:solidFill>
                          <a:effectLst/>
                          <a:uLnTx/>
                          <a:uFillTx/>
                        </a:rPr>
                        <a:t>System BUS</a:t>
                      </a:r>
                      <a:endParaRPr kumimoji="0" lang="en-IN" sz="1600" b="0" i="0" u="none" strike="noStrike" kern="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1600"/>
                        <a:t>DATA_WIDTH</a:t>
                      </a:r>
                      <a:endParaRPr lang="en-IN" sz="1600">
                        <a:solidFill>
                          <a:schemeClr val="tx1"/>
                        </a:solidFill>
                        <a:latin typeface="Arial" panose="020B0604020202020204" pitchFamily="34" charset="0"/>
                        <a:cs typeface="Arial" panose="020B0604020202020204" pitchFamily="34" charset="0"/>
                      </a:endParaRPr>
                    </a:p>
                  </a:txBody>
                  <a:tcPr/>
                </a:tc>
                <a:tc>
                  <a:txBody>
                    <a:bodyPr/>
                    <a:lstStyle/>
                    <a:p>
                      <a:pPr fontAlgn="t">
                        <a:lnSpc>
                          <a:spcPts val="1500"/>
                        </a:lnSpc>
                        <a:buNone/>
                      </a:pPr>
                      <a:r>
                        <a:rPr lang="en-US" sz="1600" b="0">
                          <a:effectLst/>
                        </a:rPr>
                        <a:t>Data Write. This is the data sent from the APB master to the APB slave during a write operation. The data width can be up to 32 bits.</a:t>
                      </a:r>
                      <a:endParaRPr lang="en-US" sz="1600" b="0" i="0">
                        <a:effectLst/>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679113978"/>
                  </a:ext>
                </a:extLst>
              </a:tr>
              <a:tr h="370840">
                <a:tc>
                  <a:txBody>
                    <a:bodyPr/>
                    <a:lstStyle/>
                    <a:p>
                      <a:pPr algn="ctr"/>
                      <a:r>
                        <a:rPr lang="en-IN" sz="1600">
                          <a:solidFill>
                            <a:schemeClr val="tx1"/>
                          </a:solidFill>
                        </a:rPr>
                        <a:t>APB_READ_PADDR</a:t>
                      </a:r>
                      <a:endParaRPr lang="en-IN" sz="1600" dirty="0">
                        <a:solidFill>
                          <a:schemeClr val="tx1"/>
                        </a:solidFill>
                        <a:latin typeface="Arial" panose="020B0604020202020204" pitchFamily="34" charset="0"/>
                        <a:cs typeface="Arial" panose="020B0604020202020204" pitchFamily="34" charset="0"/>
                      </a:endParaRPr>
                    </a:p>
                  </a:txBody>
                  <a:tcP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IN" sz="1600" b="0" u="none" strike="noStrike" kern="0" cap="none" spc="0" normalizeH="0" baseline="0" noProof="0">
                          <a:ln>
                            <a:noFill/>
                          </a:ln>
                          <a:solidFill>
                            <a:prstClr val="black"/>
                          </a:solidFill>
                          <a:effectLst/>
                          <a:uLnTx/>
                          <a:uFillTx/>
                        </a:rPr>
                        <a:t>System BUS</a:t>
                      </a:r>
                      <a:endParaRPr kumimoji="0" lang="en-IN" sz="1600" b="0" i="0" u="none" strike="noStrike" kern="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1600"/>
                        <a:t>ADDR_WIDTH</a:t>
                      </a:r>
                      <a:endParaRPr lang="en-US" sz="1600">
                        <a:latin typeface="Arial" panose="020B0604020202020204" pitchFamily="34" charset="0"/>
                        <a:cs typeface="Arial" panose="020B0604020202020204" pitchFamily="34" charset="0"/>
                      </a:endParaRPr>
                    </a:p>
                  </a:txBody>
                  <a:tcPr/>
                </a:tc>
                <a:tc>
                  <a:txBody>
                    <a:bodyPr/>
                    <a:lstStyle/>
                    <a:p>
                      <a:pPr marL="0" marR="0" lvl="0" indent="0" algn="l" defTabSz="914400" eaLnBrk="1" fontAlgn="auto" latinLnBrk="0" hangingPunct="1">
                        <a:lnSpc>
                          <a:spcPct val="100000"/>
                        </a:lnSpc>
                        <a:spcBef>
                          <a:spcPts val="0"/>
                        </a:spcBef>
                        <a:spcAft>
                          <a:spcPts val="0"/>
                        </a:spcAft>
                        <a:buClrTx/>
                        <a:buSzTx/>
                        <a:buFontTx/>
                        <a:buNone/>
                        <a:tabLst/>
                        <a:defRPr/>
                      </a:pPr>
                      <a:r>
                        <a:rPr lang="en-US" sz="1600" b="0">
                          <a:effectLst/>
                        </a:rPr>
                        <a:t>Address. This is the APB read address used by the APB master to read data from the slave. The address can be up to 32 bits wide.</a:t>
                      </a:r>
                      <a:endParaRPr lang="en-US" sz="1600" b="0" i="0">
                        <a:effectLst/>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090504135"/>
                  </a:ext>
                </a:extLst>
              </a:tr>
              <a:tr h="370840">
                <a:tc>
                  <a:txBody>
                    <a:bodyPr/>
                    <a:lstStyle/>
                    <a:p>
                      <a:pPr algn="ctr"/>
                      <a:r>
                        <a:rPr lang="en-IN" sz="1600">
                          <a:solidFill>
                            <a:schemeClr val="tx1"/>
                          </a:solidFill>
                        </a:rPr>
                        <a:t>APB_READ_DATA_OUT</a:t>
                      </a:r>
                      <a:endParaRPr lang="en-IN" sz="1600" dirty="0">
                        <a:solidFill>
                          <a:schemeClr val="tx1"/>
                        </a:solidFill>
                        <a:latin typeface="Arial" panose="020B0604020202020204" pitchFamily="34" charset="0"/>
                        <a:cs typeface="Arial" panose="020B0604020202020204" pitchFamily="34" charset="0"/>
                      </a:endParaRPr>
                    </a:p>
                  </a:txBody>
                  <a:tcP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IN" sz="1600" b="0" u="none" strike="noStrike" kern="0" cap="none" spc="0" normalizeH="0" baseline="0" noProof="0">
                          <a:ln>
                            <a:noFill/>
                          </a:ln>
                          <a:solidFill>
                            <a:prstClr val="black"/>
                          </a:solidFill>
                          <a:effectLst/>
                          <a:uLnTx/>
                          <a:uFillTx/>
                        </a:rPr>
                        <a:t>System BUS</a:t>
                      </a:r>
                      <a:endParaRPr kumimoji="0" lang="en-IN" sz="1600" b="0" i="0" u="none" strike="noStrike" kern="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1600"/>
                        <a:t>DATA_WIDTH</a:t>
                      </a:r>
                      <a:endParaRPr lang="en-IN" sz="1600">
                        <a:solidFill>
                          <a:schemeClr val="tx1"/>
                        </a:solidFill>
                        <a:latin typeface="Arial" panose="020B0604020202020204" pitchFamily="34" charset="0"/>
                        <a:cs typeface="Arial" panose="020B0604020202020204" pitchFamily="34" charset="0"/>
                      </a:endParaRPr>
                    </a:p>
                  </a:txBody>
                  <a:tcPr/>
                </a:tc>
                <a:tc>
                  <a:txBody>
                    <a:bodyPr/>
                    <a:lstStyle/>
                    <a:p>
                      <a:pPr fontAlgn="t">
                        <a:lnSpc>
                          <a:spcPts val="1500"/>
                        </a:lnSpc>
                        <a:buNone/>
                      </a:pPr>
                      <a:r>
                        <a:rPr lang="en-US" sz="1600" b="0" dirty="0">
                          <a:effectLst/>
                        </a:rPr>
                        <a:t>Data Out. This is the data which is read from slave. The data width can be up to 32 bits.</a:t>
                      </a:r>
                      <a:endParaRPr lang="en-US" sz="1600" b="0" i="0" dirty="0">
                        <a:effectLst/>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4154895400"/>
                  </a:ext>
                </a:extLst>
              </a:tr>
            </a:tbl>
          </a:graphicData>
        </a:graphic>
      </p:graphicFrame>
      <p:sp>
        <p:nvSpPr>
          <p:cNvPr id="4" name="Title 1">
            <a:extLst>
              <a:ext uri="{FF2B5EF4-FFF2-40B4-BE49-F238E27FC236}">
                <a16:creationId xmlns:a16="http://schemas.microsoft.com/office/drawing/2014/main" id="{24C2A064-524E-D852-4229-601ED3BE9344}"/>
              </a:ext>
            </a:extLst>
          </p:cNvPr>
          <p:cNvSpPr txBox="1">
            <a:spLocks/>
          </p:cNvSpPr>
          <p:nvPr/>
        </p:nvSpPr>
        <p:spPr>
          <a:xfrm>
            <a:off x="652270" y="1668587"/>
            <a:ext cx="11125202" cy="425190"/>
          </a:xfrm>
          <a:prstGeom prst="rect">
            <a:avLst/>
          </a:prstGeom>
        </p:spPr>
        <p:txBody>
          <a:bodyPr vert="horz" lIns="0" tIns="0" rIns="0" bIns="0" rtlCol="0" anchor="t">
            <a:noAutofit/>
          </a:bodyPr>
          <a:lstStyle>
            <a:lvl1pPr algn="l" defTabSz="914400" rtl="0" eaLnBrk="1" latinLnBrk="0" hangingPunct="1">
              <a:lnSpc>
                <a:spcPct val="100000"/>
              </a:lnSpc>
              <a:spcBef>
                <a:spcPct val="0"/>
              </a:spcBef>
              <a:buNone/>
              <a:defRPr sz="3200" b="0" kern="1200" spc="0" baseline="0">
                <a:solidFill>
                  <a:schemeClr val="tx1"/>
                </a:solidFill>
                <a:latin typeface="+mj-lt"/>
                <a:ea typeface="+mj-ea"/>
                <a:cs typeface="+mj-cs"/>
              </a:defRPr>
            </a:lvl1pPr>
          </a:lstStyle>
          <a:p>
            <a:r>
              <a:rPr lang="vi-VN" sz="2600" b="1" dirty="0"/>
              <a:t>2.4. APB Signals</a:t>
            </a:r>
            <a:endParaRPr lang="en-US" sz="2600" b="1" dirty="0"/>
          </a:p>
        </p:txBody>
      </p:sp>
    </p:spTree>
    <p:extLst>
      <p:ext uri="{BB962C8B-B14F-4D97-AF65-F5344CB8AC3E}">
        <p14:creationId xmlns:p14="http://schemas.microsoft.com/office/powerpoint/2010/main" val="369218360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EEE64E-8A9C-9190-A4E6-A6C5F37C494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1491A3D-D139-1C96-0056-166EAC104082}"/>
              </a:ext>
            </a:extLst>
          </p:cNvPr>
          <p:cNvSpPr>
            <a:spLocks noGrp="1"/>
          </p:cNvSpPr>
          <p:nvPr>
            <p:ph type="title"/>
          </p:nvPr>
        </p:nvSpPr>
        <p:spPr>
          <a:xfrm>
            <a:off x="521208" y="978408"/>
            <a:ext cx="11155680" cy="585216"/>
          </a:xfrm>
        </p:spPr>
        <p:txBody>
          <a:bodyPr>
            <a:normAutofit fontScale="90000"/>
          </a:bodyPr>
          <a:lstStyle/>
          <a:p>
            <a:r>
              <a:rPr lang="vi-VN" dirty="0"/>
              <a:t>2. Design Specifications</a:t>
            </a:r>
            <a:endParaRPr lang="en-US" dirty="0"/>
          </a:p>
        </p:txBody>
      </p:sp>
      <p:sp>
        <p:nvSpPr>
          <p:cNvPr id="8" name="Date Placeholder 7">
            <a:extLst>
              <a:ext uri="{FF2B5EF4-FFF2-40B4-BE49-F238E27FC236}">
                <a16:creationId xmlns:a16="http://schemas.microsoft.com/office/drawing/2014/main" id="{B2256821-6509-44E2-6679-8A5FAB689DB5}"/>
              </a:ext>
            </a:extLst>
          </p:cNvPr>
          <p:cNvSpPr>
            <a:spLocks noGrp="1"/>
          </p:cNvSpPr>
          <p:nvPr>
            <p:ph type="dt" sz="half" idx="10"/>
          </p:nvPr>
        </p:nvSpPr>
        <p:spPr/>
        <p:txBody>
          <a:bodyPr/>
          <a:lstStyle/>
          <a:p>
            <a:fld id="{780F2533-275E-428B-B3B3-9CA4281B478F}" type="datetime1">
              <a:rPr lang="en-US" smtClean="0"/>
              <a:t>7/16/2026</a:t>
            </a:fld>
            <a:endParaRPr lang="en-US"/>
          </a:p>
        </p:txBody>
      </p:sp>
      <p:sp>
        <p:nvSpPr>
          <p:cNvPr id="9" name="Footer Placeholder 8">
            <a:extLst>
              <a:ext uri="{FF2B5EF4-FFF2-40B4-BE49-F238E27FC236}">
                <a16:creationId xmlns:a16="http://schemas.microsoft.com/office/drawing/2014/main" id="{F4058F12-95C8-33C2-95EA-BD38B65C107B}"/>
              </a:ext>
            </a:extLst>
          </p:cNvPr>
          <p:cNvSpPr>
            <a:spLocks noGrp="1"/>
          </p:cNvSpPr>
          <p:nvPr>
            <p:ph type="ftr" sz="quarter" idx="11"/>
          </p:nvPr>
        </p:nvSpPr>
        <p:spPr/>
        <p:txBody>
          <a:bodyPr/>
          <a:lstStyle/>
          <a:p>
            <a:r>
              <a:rPr lang="en-US"/>
              <a:t>@copyright Hoang Bao Long</a:t>
            </a:r>
          </a:p>
        </p:txBody>
      </p:sp>
      <p:sp>
        <p:nvSpPr>
          <p:cNvPr id="11" name="Slide Number Placeholder 10">
            <a:extLst>
              <a:ext uri="{FF2B5EF4-FFF2-40B4-BE49-F238E27FC236}">
                <a16:creationId xmlns:a16="http://schemas.microsoft.com/office/drawing/2014/main" id="{73A5F496-D197-127C-EBFE-250ADC063BCE}"/>
              </a:ext>
            </a:extLst>
          </p:cNvPr>
          <p:cNvSpPr>
            <a:spLocks noGrp="1"/>
          </p:cNvSpPr>
          <p:nvPr>
            <p:ph type="sldNum" sz="quarter" idx="12"/>
          </p:nvPr>
        </p:nvSpPr>
        <p:spPr/>
        <p:txBody>
          <a:bodyPr/>
          <a:lstStyle/>
          <a:p>
            <a:fld id="{148CC95F-0247-41B6-91CF-DC97C76A7088}" type="slidenum">
              <a:rPr lang="en-US" smtClean="0"/>
              <a:t>28</a:t>
            </a:fld>
            <a:endParaRPr lang="en-US"/>
          </a:p>
        </p:txBody>
      </p:sp>
      <p:graphicFrame>
        <p:nvGraphicFramePr>
          <p:cNvPr id="3" name="Table 2">
            <a:extLst>
              <a:ext uri="{FF2B5EF4-FFF2-40B4-BE49-F238E27FC236}">
                <a16:creationId xmlns:a16="http://schemas.microsoft.com/office/drawing/2014/main" id="{87BCF64F-6772-5F96-46C2-06E175874190}"/>
              </a:ext>
            </a:extLst>
          </p:cNvPr>
          <p:cNvGraphicFramePr>
            <a:graphicFrameLocks noGrp="1"/>
          </p:cNvGraphicFramePr>
          <p:nvPr>
            <p:extLst>
              <p:ext uri="{D42A27DB-BD31-4B8C-83A1-F6EECF244321}">
                <p14:modId xmlns:p14="http://schemas.microsoft.com/office/powerpoint/2010/main" val="1529926188"/>
              </p:ext>
            </p:extLst>
          </p:nvPr>
        </p:nvGraphicFramePr>
        <p:xfrm>
          <a:off x="521208" y="2143945"/>
          <a:ext cx="11033444" cy="4368800"/>
        </p:xfrm>
        <a:graphic>
          <a:graphicData uri="http://schemas.openxmlformats.org/drawingml/2006/table">
            <a:tbl>
              <a:tblPr firstRow="1" bandRow="1">
                <a:tableStyleId>{073A0DAA-6AF3-43AB-8588-CEC1D06C72B9}</a:tableStyleId>
              </a:tblPr>
              <a:tblGrid>
                <a:gridCol w="1777683">
                  <a:extLst>
                    <a:ext uri="{9D8B030D-6E8A-4147-A177-3AD203B41FA5}">
                      <a16:colId xmlns:a16="http://schemas.microsoft.com/office/drawing/2014/main" val="1108912286"/>
                    </a:ext>
                  </a:extLst>
                </a:gridCol>
                <a:gridCol w="1600200">
                  <a:extLst>
                    <a:ext uri="{9D8B030D-6E8A-4147-A177-3AD203B41FA5}">
                      <a16:colId xmlns:a16="http://schemas.microsoft.com/office/drawing/2014/main" val="2272246613"/>
                    </a:ext>
                  </a:extLst>
                </a:gridCol>
                <a:gridCol w="1600200">
                  <a:extLst>
                    <a:ext uri="{9D8B030D-6E8A-4147-A177-3AD203B41FA5}">
                      <a16:colId xmlns:a16="http://schemas.microsoft.com/office/drawing/2014/main" val="10821907"/>
                    </a:ext>
                  </a:extLst>
                </a:gridCol>
                <a:gridCol w="6055361">
                  <a:extLst>
                    <a:ext uri="{9D8B030D-6E8A-4147-A177-3AD203B41FA5}">
                      <a16:colId xmlns:a16="http://schemas.microsoft.com/office/drawing/2014/main" val="3160994262"/>
                    </a:ext>
                  </a:extLst>
                </a:gridCol>
              </a:tblGrid>
              <a:tr h="370840">
                <a:tc>
                  <a:txBody>
                    <a:bodyPr/>
                    <a:lstStyle/>
                    <a:p>
                      <a:pPr algn="ctr"/>
                      <a:r>
                        <a:rPr lang="en-US" sz="1600">
                          <a:solidFill>
                            <a:schemeClr val="bg1"/>
                          </a:solidFill>
                        </a:rPr>
                        <a:t>Signal</a:t>
                      </a:r>
                      <a:endParaRPr lang="en-US" sz="1600">
                        <a:solidFill>
                          <a:schemeClr val="bg1"/>
                        </a:solidFill>
                        <a:latin typeface="Arial" panose="020B0604020202020204" pitchFamily="34" charset="0"/>
                        <a:cs typeface="Arial" panose="020B0604020202020204" pitchFamily="34" charset="0"/>
                      </a:endParaRPr>
                    </a:p>
                  </a:txBody>
                  <a:tcPr/>
                </a:tc>
                <a:tc>
                  <a:txBody>
                    <a:bodyPr/>
                    <a:lstStyle/>
                    <a:p>
                      <a:pPr algn="ctr"/>
                      <a:r>
                        <a:rPr lang="en-US" sz="1600">
                          <a:solidFill>
                            <a:schemeClr val="bg1"/>
                          </a:solidFill>
                        </a:rPr>
                        <a:t>Source</a:t>
                      </a:r>
                      <a:endParaRPr lang="en-US" sz="1600">
                        <a:solidFill>
                          <a:schemeClr val="bg1"/>
                        </a:solidFill>
                        <a:latin typeface="Arial" panose="020B0604020202020204" pitchFamily="34" charset="0"/>
                        <a:cs typeface="Arial" panose="020B0604020202020204" pitchFamily="34" charset="0"/>
                      </a:endParaRPr>
                    </a:p>
                  </a:txBody>
                  <a:tcPr/>
                </a:tc>
                <a:tc>
                  <a:txBody>
                    <a:bodyPr/>
                    <a:lstStyle/>
                    <a:p>
                      <a:pPr algn="ctr"/>
                      <a:r>
                        <a:rPr lang="en-US" sz="1600">
                          <a:solidFill>
                            <a:schemeClr val="bg1"/>
                          </a:solidFill>
                        </a:rPr>
                        <a:t>Width</a:t>
                      </a:r>
                      <a:endParaRPr lang="en-US" sz="1600">
                        <a:solidFill>
                          <a:schemeClr val="bg1"/>
                        </a:solidFill>
                        <a:latin typeface="Arial" panose="020B0604020202020204" pitchFamily="34" charset="0"/>
                        <a:cs typeface="Arial" panose="020B0604020202020204" pitchFamily="34" charset="0"/>
                      </a:endParaRPr>
                    </a:p>
                  </a:txBody>
                  <a:tcPr/>
                </a:tc>
                <a:tc>
                  <a:txBody>
                    <a:bodyPr/>
                    <a:lstStyle/>
                    <a:p>
                      <a:pPr algn="ctr"/>
                      <a:r>
                        <a:rPr lang="en-US" sz="1600">
                          <a:solidFill>
                            <a:schemeClr val="bg1"/>
                          </a:solidFill>
                        </a:rPr>
                        <a:t>Description</a:t>
                      </a:r>
                      <a:endParaRPr lang="en-US" sz="1600">
                        <a:solidFill>
                          <a:schemeClr val="bg1"/>
                        </a:solidFill>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3816104531"/>
                  </a:ext>
                </a:extLst>
              </a:tr>
              <a:tr h="370840">
                <a:tc>
                  <a:txBody>
                    <a:bodyPr/>
                    <a:lstStyle/>
                    <a:p>
                      <a:pPr algn="ctr"/>
                      <a:r>
                        <a:rPr lang="en-US" sz="1600"/>
                        <a:t>PWRITE</a:t>
                      </a:r>
                      <a:endParaRPr lang="en-US" sz="1600">
                        <a:latin typeface="Arial" panose="020B0604020202020204" pitchFamily="34" charset="0"/>
                        <a:cs typeface="Arial" panose="020B0604020202020204" pitchFamily="34"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dirty="0">
                          <a:solidFill>
                            <a:schemeClr val="tx1"/>
                          </a:solidFill>
                        </a:rPr>
                        <a:t>APB bridge</a:t>
                      </a:r>
                      <a:endParaRPr lang="en-IN" sz="1600" dirty="0">
                        <a:solidFill>
                          <a:schemeClr val="tx1"/>
                        </a:solidFill>
                        <a:latin typeface="Arial" panose="020B0604020202020204" pitchFamily="34" charset="0"/>
                        <a:cs typeface="Arial" panose="020B0604020202020204" pitchFamily="34" charset="0"/>
                      </a:endParaRPr>
                    </a:p>
                  </a:txBody>
                  <a:tcPr/>
                </a:tc>
                <a:tc>
                  <a:txBody>
                    <a:bodyPr/>
                    <a:lstStyle/>
                    <a:p>
                      <a:pPr algn="ctr"/>
                      <a:r>
                        <a:rPr lang="en-US" sz="1600"/>
                        <a:t>1</a:t>
                      </a:r>
                      <a:endParaRPr lang="en-US" sz="1600">
                        <a:latin typeface="Arial" panose="020B0604020202020204" pitchFamily="34" charset="0"/>
                        <a:cs typeface="Arial" panose="020B0604020202020204" pitchFamily="34" charset="0"/>
                      </a:endParaRPr>
                    </a:p>
                  </a:txBody>
                  <a:tcPr/>
                </a:tc>
                <a:tc>
                  <a:txBody>
                    <a:bodyPr/>
                    <a:lstStyle/>
                    <a:p>
                      <a:r>
                        <a:rPr lang="en-US" sz="1600" dirty="0"/>
                        <a:t>Direction. PWRITE indicates an APB write access when HIGH and an APB read access when LOW.</a:t>
                      </a:r>
                      <a:endParaRPr lang="en-US" sz="16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4131091150"/>
                  </a:ext>
                </a:extLst>
              </a:tr>
              <a:tr h="370840">
                <a:tc>
                  <a:txBody>
                    <a:bodyPr/>
                    <a:lstStyle/>
                    <a:p>
                      <a:pPr algn="ctr"/>
                      <a:r>
                        <a:rPr lang="en-IN" sz="1600">
                          <a:solidFill>
                            <a:schemeClr val="tx1"/>
                          </a:solidFill>
                        </a:rPr>
                        <a:t>PWDATA</a:t>
                      </a:r>
                      <a:endParaRPr lang="en-IN" sz="1600" dirty="0">
                        <a:solidFill>
                          <a:schemeClr val="tx1"/>
                        </a:solidFill>
                        <a:latin typeface="Arial" panose="020B0604020202020204" pitchFamily="34" charset="0"/>
                        <a:cs typeface="Arial" panose="020B0604020202020204" pitchFamily="34"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dirty="0">
                          <a:solidFill>
                            <a:schemeClr val="tx1"/>
                          </a:solidFill>
                        </a:rPr>
                        <a:t>APB bridge</a:t>
                      </a:r>
                      <a:endParaRPr lang="en-IN" sz="1600" dirty="0">
                        <a:solidFill>
                          <a:schemeClr val="tx1"/>
                        </a:solidFill>
                        <a:latin typeface="Arial" panose="020B0604020202020204" pitchFamily="34" charset="0"/>
                        <a:cs typeface="Arial" panose="020B0604020202020204" pitchFamily="34" charset="0"/>
                      </a:endParaRPr>
                    </a:p>
                  </a:txBody>
                  <a:tcPr/>
                </a:tc>
                <a:tc>
                  <a:txBody>
                    <a:bodyPr/>
                    <a:lstStyle/>
                    <a:p>
                      <a:pPr algn="ctr"/>
                      <a:r>
                        <a:rPr lang="en-US" sz="1600"/>
                        <a:t>DATA_WIDTH</a:t>
                      </a:r>
                      <a:endParaRPr lang="en-IN" sz="1600" dirty="0">
                        <a:solidFill>
                          <a:schemeClr val="tx1"/>
                        </a:solidFill>
                        <a:latin typeface="Arial" panose="020B0604020202020204" pitchFamily="34" charset="0"/>
                        <a:cs typeface="Arial" panose="020B0604020202020204" pitchFamily="34" charset="0"/>
                      </a:endParaRPr>
                    </a:p>
                  </a:txBody>
                  <a:tcPr/>
                </a:tc>
                <a:tc>
                  <a:txBody>
                    <a:bodyPr/>
                    <a:lstStyle/>
                    <a:p>
                      <a:pPr algn="l"/>
                      <a:r>
                        <a:rPr lang="en-IN" sz="1600">
                          <a:solidFill>
                            <a:schemeClr val="tx1"/>
                          </a:solidFill>
                        </a:rPr>
                        <a:t>Write data. </a:t>
                      </a:r>
                      <a:r>
                        <a:rPr lang="en-US" sz="1600" b="0">
                          <a:solidFill>
                            <a:schemeClr val="dk1"/>
                          </a:solidFill>
                          <a:effectLst/>
                        </a:rPr>
                        <a:t>Write data bus from Master to Slave, can be up to 32 bit wide</a:t>
                      </a:r>
                      <a:endParaRPr lang="en-IN" sz="1600" dirty="0">
                        <a:solidFill>
                          <a:schemeClr val="tx1"/>
                        </a:solidFill>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2693422610"/>
                  </a:ext>
                </a:extLst>
              </a:tr>
              <a:tr h="370840">
                <a:tc>
                  <a:txBody>
                    <a:bodyPr/>
                    <a:lstStyle/>
                    <a:p>
                      <a:pPr algn="ctr"/>
                      <a:r>
                        <a:rPr lang="en-IN" sz="1600">
                          <a:solidFill>
                            <a:schemeClr val="tx1"/>
                          </a:solidFill>
                        </a:rPr>
                        <a:t>PSTRB</a:t>
                      </a:r>
                      <a:endParaRPr lang="en-IN" sz="1600" dirty="0">
                        <a:solidFill>
                          <a:schemeClr val="tx1"/>
                        </a:solidFill>
                        <a:latin typeface="Arial" panose="020B0604020202020204" pitchFamily="34" charset="0"/>
                        <a:cs typeface="Arial" panose="020B0604020202020204" pitchFamily="34"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600">
                          <a:solidFill>
                            <a:schemeClr val="tx1"/>
                          </a:solidFill>
                        </a:rPr>
                        <a:t>APB bridge</a:t>
                      </a:r>
                      <a:endParaRPr lang="en-IN" sz="1600" dirty="0">
                        <a:solidFill>
                          <a:schemeClr val="tx1"/>
                        </a:solidFill>
                        <a:latin typeface="Arial" panose="020B0604020202020204" pitchFamily="34" charset="0"/>
                        <a:cs typeface="Arial" panose="020B0604020202020204" pitchFamily="34" charset="0"/>
                      </a:endParaRPr>
                    </a:p>
                  </a:txBody>
                  <a:tcPr/>
                </a:tc>
                <a:tc>
                  <a:txBody>
                    <a:bodyPr/>
                    <a:lstStyle/>
                    <a:p>
                      <a:pPr algn="ctr"/>
                      <a:r>
                        <a:rPr lang="en-US" sz="1600"/>
                        <a:t>DATA_WIDTH/8</a:t>
                      </a:r>
                      <a:endParaRPr lang="en-IN" sz="1600" dirty="0">
                        <a:solidFill>
                          <a:schemeClr val="tx1"/>
                        </a:solidFill>
                        <a:latin typeface="Arial" panose="020B0604020202020204" pitchFamily="34" charset="0"/>
                        <a:cs typeface="Arial" panose="020B0604020202020204" pitchFamily="34" charset="0"/>
                      </a:endParaRPr>
                    </a:p>
                  </a:txBody>
                  <a:tcPr/>
                </a:tc>
                <a:tc>
                  <a:txBody>
                    <a:bodyPr/>
                    <a:lstStyle/>
                    <a:p>
                      <a:pPr algn="l"/>
                      <a:r>
                        <a:rPr lang="en-US" sz="1600"/>
                        <a:t>Write strobe. PSTRB indicates which byte lanes to update during a write transfer. There is one write strobe for each 8 bits of the write data bus. PSTRB[n] corresponds to PWDATA[(8n + 7):(8n)]. PSTRB must not be active during a read transfer.</a:t>
                      </a:r>
                      <a:endParaRPr lang="en-IN" sz="1600" dirty="0">
                        <a:solidFill>
                          <a:schemeClr val="tx1"/>
                        </a:solidFill>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363023051"/>
                  </a:ext>
                </a:extLst>
              </a:tr>
              <a:tr h="370840">
                <a:tc>
                  <a:txBody>
                    <a:bodyPr/>
                    <a:lstStyle/>
                    <a:p>
                      <a:pPr algn="ctr"/>
                      <a:r>
                        <a:rPr lang="en-US" sz="1600" dirty="0">
                          <a:solidFill>
                            <a:schemeClr val="tx1"/>
                          </a:solidFill>
                        </a:rPr>
                        <a:t>PREADY</a:t>
                      </a:r>
                      <a:endParaRPr lang="en-IN" sz="1600" dirty="0">
                        <a:solidFill>
                          <a:schemeClr val="tx1"/>
                        </a:solidFill>
                        <a:latin typeface="Arial" panose="020B0604020202020204" pitchFamily="34" charset="0"/>
                        <a:cs typeface="Arial" panose="020B0604020202020204" pitchFamily="34" charset="0"/>
                      </a:endParaRPr>
                    </a:p>
                  </a:txBody>
                  <a:tcPr/>
                </a:tc>
                <a:tc>
                  <a:txBody>
                    <a:bodyPr/>
                    <a:lstStyle/>
                    <a:p>
                      <a:pPr algn="ctr"/>
                      <a:r>
                        <a:rPr lang="en-US" sz="1600" dirty="0">
                          <a:solidFill>
                            <a:schemeClr val="tx1"/>
                          </a:solidFill>
                        </a:rPr>
                        <a:t>Slave Interface</a:t>
                      </a:r>
                      <a:endParaRPr lang="en-IN" sz="1600" dirty="0">
                        <a:solidFill>
                          <a:schemeClr val="tx1"/>
                        </a:solidFill>
                        <a:latin typeface="Arial" panose="020B0604020202020204" pitchFamily="34" charset="0"/>
                        <a:cs typeface="Arial" panose="020B0604020202020204" pitchFamily="34" charset="0"/>
                      </a:endParaRPr>
                    </a:p>
                  </a:txBody>
                  <a:tcPr/>
                </a:tc>
                <a:tc>
                  <a:txBody>
                    <a:bodyPr/>
                    <a:lstStyle/>
                    <a:p>
                      <a:pPr algn="ctr"/>
                      <a:r>
                        <a:rPr lang="en-US" sz="1600" dirty="0">
                          <a:solidFill>
                            <a:schemeClr val="tx1"/>
                          </a:solidFill>
                        </a:rPr>
                        <a:t>1</a:t>
                      </a:r>
                      <a:endParaRPr lang="en-IN" sz="1600" dirty="0">
                        <a:solidFill>
                          <a:schemeClr val="tx1"/>
                        </a:solidFill>
                        <a:latin typeface="Arial" panose="020B0604020202020204" pitchFamily="34" charset="0"/>
                        <a:cs typeface="Arial" panose="020B0604020202020204" pitchFamily="34" charset="0"/>
                      </a:endParaRPr>
                    </a:p>
                  </a:txBody>
                  <a:tcPr/>
                </a:tc>
                <a:tc>
                  <a:txBody>
                    <a:bodyPr/>
                    <a:lstStyle/>
                    <a:p>
                      <a:pPr algn="l"/>
                      <a:r>
                        <a:rPr lang="en-US" sz="1600" b="0">
                          <a:solidFill>
                            <a:schemeClr val="dk1"/>
                          </a:solidFill>
                          <a:effectLst/>
                        </a:rPr>
                        <a:t>It is used by the slave to include wait states in the transfer. i.e. whenever slave is not ready to complete the transaction, it will request the master for some time by de-asserting the PREADY.</a:t>
                      </a:r>
                      <a:endParaRPr lang="en-IN" sz="1600" dirty="0">
                        <a:solidFill>
                          <a:schemeClr val="tx1"/>
                        </a:solidFill>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648389343"/>
                  </a:ext>
                </a:extLst>
              </a:tr>
              <a:tr h="370840">
                <a:tc>
                  <a:txBody>
                    <a:bodyPr/>
                    <a:lstStyle/>
                    <a:p>
                      <a:pPr algn="ctr"/>
                      <a:r>
                        <a:rPr lang="en-US" sz="1600" dirty="0">
                          <a:solidFill>
                            <a:schemeClr val="tx1"/>
                          </a:solidFill>
                        </a:rPr>
                        <a:t>PSLVERR</a:t>
                      </a:r>
                      <a:endParaRPr lang="en-IN" sz="1600" dirty="0">
                        <a:solidFill>
                          <a:schemeClr val="tx1"/>
                        </a:solidFill>
                        <a:latin typeface="Arial" panose="020B0604020202020204" pitchFamily="34" charset="0"/>
                        <a:cs typeface="Arial" panose="020B0604020202020204" pitchFamily="34"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dirty="0">
                          <a:solidFill>
                            <a:schemeClr val="tx1"/>
                          </a:solidFill>
                        </a:rPr>
                        <a:t>Slave Interface</a:t>
                      </a:r>
                      <a:endParaRPr lang="en-IN" sz="1600" dirty="0">
                        <a:solidFill>
                          <a:schemeClr val="tx1"/>
                        </a:solidFill>
                        <a:latin typeface="Arial" panose="020B0604020202020204" pitchFamily="34" charset="0"/>
                        <a:cs typeface="Arial" panose="020B0604020202020204" pitchFamily="34" charset="0"/>
                      </a:endParaRPr>
                    </a:p>
                  </a:txBody>
                  <a:tcPr/>
                </a:tc>
                <a:tc>
                  <a:txBody>
                    <a:bodyPr/>
                    <a:lstStyle/>
                    <a:p>
                      <a:pPr algn="ctr"/>
                      <a:r>
                        <a:rPr lang="en-US" sz="1600" dirty="0">
                          <a:solidFill>
                            <a:schemeClr val="tx1"/>
                          </a:solidFill>
                        </a:rPr>
                        <a:t>1</a:t>
                      </a:r>
                      <a:endParaRPr lang="en-IN" sz="1600" dirty="0">
                        <a:solidFill>
                          <a:schemeClr val="tx1"/>
                        </a:solidFill>
                        <a:latin typeface="Arial" panose="020B0604020202020204" pitchFamily="34" charset="0"/>
                        <a:cs typeface="Arial" panose="020B0604020202020204" pitchFamily="34" charset="0"/>
                      </a:endParaRPr>
                    </a:p>
                  </a:txBody>
                  <a:tcPr/>
                </a:tc>
                <a:tc>
                  <a:txBody>
                    <a:bodyPr/>
                    <a:lstStyle/>
                    <a:p>
                      <a:pPr algn="l"/>
                      <a:r>
                        <a:rPr lang="en-US" sz="1600" b="0">
                          <a:solidFill>
                            <a:schemeClr val="dk1"/>
                          </a:solidFill>
                          <a:effectLst/>
                        </a:rPr>
                        <a:t>Indicates the Success or failure of the transfer. HIGH indicates failure and LOW indicates Success</a:t>
                      </a:r>
                      <a:endParaRPr lang="en-IN" sz="1600" dirty="0">
                        <a:solidFill>
                          <a:schemeClr val="tx1"/>
                        </a:solidFill>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3605326436"/>
                  </a:ext>
                </a:extLst>
              </a:tr>
              <a:tr h="370840">
                <a:tc>
                  <a:txBody>
                    <a:bodyPr/>
                    <a:lstStyle/>
                    <a:p>
                      <a:pPr algn="ctr"/>
                      <a:r>
                        <a:rPr lang="en-US" sz="1600" dirty="0">
                          <a:solidFill>
                            <a:schemeClr val="tx1"/>
                          </a:solidFill>
                        </a:rPr>
                        <a:t>PRDATA</a:t>
                      </a:r>
                      <a:endParaRPr lang="en-IN" sz="1600" dirty="0">
                        <a:solidFill>
                          <a:schemeClr val="tx1"/>
                        </a:solidFill>
                        <a:latin typeface="Arial" panose="020B0604020202020204" pitchFamily="34" charset="0"/>
                        <a:cs typeface="Arial" panose="020B0604020202020204" pitchFamily="34"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dirty="0">
                          <a:solidFill>
                            <a:schemeClr val="tx1"/>
                          </a:solidFill>
                        </a:rPr>
                        <a:t>Slave Interface</a:t>
                      </a:r>
                      <a:endParaRPr lang="en-IN" sz="1600" dirty="0">
                        <a:solidFill>
                          <a:schemeClr val="tx1"/>
                        </a:solidFill>
                        <a:latin typeface="Arial" panose="020B0604020202020204" pitchFamily="34" charset="0"/>
                        <a:cs typeface="Arial" panose="020B0604020202020204" pitchFamily="34" charset="0"/>
                      </a:endParaRPr>
                    </a:p>
                  </a:txBody>
                  <a:tcPr/>
                </a:tc>
                <a:tc>
                  <a:txBody>
                    <a:bodyPr/>
                    <a:lstStyle/>
                    <a:p>
                      <a:pPr algn="ctr"/>
                      <a:r>
                        <a:rPr lang="en-US" sz="1600"/>
                        <a:t>DATA_WIDTH</a:t>
                      </a:r>
                      <a:endParaRPr lang="en-IN" sz="1600" dirty="0">
                        <a:solidFill>
                          <a:schemeClr val="tx1"/>
                        </a:solidFill>
                        <a:latin typeface="Arial" panose="020B0604020202020204" pitchFamily="34" charset="0"/>
                        <a:cs typeface="Arial" panose="020B0604020202020204" pitchFamily="34" charset="0"/>
                      </a:endParaRPr>
                    </a:p>
                  </a:txBody>
                  <a:tcPr/>
                </a:tc>
                <a:tc>
                  <a:txBody>
                    <a:bodyPr/>
                    <a:lstStyle/>
                    <a:p>
                      <a:pPr algn="l"/>
                      <a:r>
                        <a:rPr lang="en-US" sz="1600" b="0" dirty="0">
                          <a:solidFill>
                            <a:schemeClr val="dk1"/>
                          </a:solidFill>
                          <a:effectLst/>
                        </a:rPr>
                        <a:t>Read data us from Slave to Master, can be up to 32 bit wide</a:t>
                      </a:r>
                      <a:endParaRPr lang="en-IN" sz="1600" dirty="0">
                        <a:solidFill>
                          <a:schemeClr val="tx1"/>
                        </a:solidFill>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679113978"/>
                  </a:ext>
                </a:extLst>
              </a:tr>
            </a:tbl>
          </a:graphicData>
        </a:graphic>
      </p:graphicFrame>
      <p:sp>
        <p:nvSpPr>
          <p:cNvPr id="4" name="Title 1">
            <a:extLst>
              <a:ext uri="{FF2B5EF4-FFF2-40B4-BE49-F238E27FC236}">
                <a16:creationId xmlns:a16="http://schemas.microsoft.com/office/drawing/2014/main" id="{C0AA78DC-6962-928C-9278-9C9F0C40E0C9}"/>
              </a:ext>
            </a:extLst>
          </p:cNvPr>
          <p:cNvSpPr txBox="1">
            <a:spLocks/>
          </p:cNvSpPr>
          <p:nvPr/>
        </p:nvSpPr>
        <p:spPr>
          <a:xfrm>
            <a:off x="652270" y="1668587"/>
            <a:ext cx="11125202" cy="425190"/>
          </a:xfrm>
          <a:prstGeom prst="rect">
            <a:avLst/>
          </a:prstGeom>
        </p:spPr>
        <p:txBody>
          <a:bodyPr vert="horz" lIns="0" tIns="0" rIns="0" bIns="0" rtlCol="0" anchor="t">
            <a:noAutofit/>
          </a:bodyPr>
          <a:lstStyle>
            <a:lvl1pPr algn="l" defTabSz="914400" rtl="0" eaLnBrk="1" latinLnBrk="0" hangingPunct="1">
              <a:lnSpc>
                <a:spcPct val="100000"/>
              </a:lnSpc>
              <a:spcBef>
                <a:spcPct val="0"/>
              </a:spcBef>
              <a:buNone/>
              <a:defRPr sz="3200" b="0" kern="1200" spc="0" baseline="0">
                <a:solidFill>
                  <a:schemeClr val="tx1"/>
                </a:solidFill>
                <a:latin typeface="+mj-lt"/>
                <a:ea typeface="+mj-ea"/>
                <a:cs typeface="+mj-cs"/>
              </a:defRPr>
            </a:lvl1pPr>
          </a:lstStyle>
          <a:p>
            <a:r>
              <a:rPr lang="vi-VN" sz="2600" b="1" dirty="0"/>
              <a:t>2.4. APB Signals</a:t>
            </a:r>
            <a:endParaRPr lang="en-US" sz="2600" b="1" dirty="0"/>
          </a:p>
        </p:txBody>
      </p:sp>
    </p:spTree>
    <p:extLst>
      <p:ext uri="{BB962C8B-B14F-4D97-AF65-F5344CB8AC3E}">
        <p14:creationId xmlns:p14="http://schemas.microsoft.com/office/powerpoint/2010/main" val="158663135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62CC80-EC35-E841-25EF-B2825380570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68ABB80-9407-5EB5-B4C4-2A5C8FAFA3C5}"/>
              </a:ext>
            </a:extLst>
          </p:cNvPr>
          <p:cNvSpPr>
            <a:spLocks noGrp="1"/>
          </p:cNvSpPr>
          <p:nvPr>
            <p:ph type="title"/>
          </p:nvPr>
        </p:nvSpPr>
        <p:spPr>
          <a:xfrm>
            <a:off x="521208" y="978408"/>
            <a:ext cx="11155680" cy="585216"/>
          </a:xfrm>
        </p:spPr>
        <p:txBody>
          <a:bodyPr>
            <a:normAutofit fontScale="90000"/>
          </a:bodyPr>
          <a:lstStyle/>
          <a:p>
            <a:r>
              <a:rPr lang="vi-VN" dirty="0"/>
              <a:t>2. Design Specifications</a:t>
            </a:r>
            <a:endParaRPr lang="en-US" dirty="0"/>
          </a:p>
        </p:txBody>
      </p:sp>
      <p:sp>
        <p:nvSpPr>
          <p:cNvPr id="8" name="Date Placeholder 7">
            <a:extLst>
              <a:ext uri="{FF2B5EF4-FFF2-40B4-BE49-F238E27FC236}">
                <a16:creationId xmlns:a16="http://schemas.microsoft.com/office/drawing/2014/main" id="{EF71DF10-9C66-3660-370B-6F4BC91A91A9}"/>
              </a:ext>
            </a:extLst>
          </p:cNvPr>
          <p:cNvSpPr>
            <a:spLocks noGrp="1"/>
          </p:cNvSpPr>
          <p:nvPr>
            <p:ph type="dt" sz="half" idx="10"/>
          </p:nvPr>
        </p:nvSpPr>
        <p:spPr/>
        <p:txBody>
          <a:bodyPr/>
          <a:lstStyle/>
          <a:p>
            <a:fld id="{780F2533-275E-428B-B3B3-9CA4281B478F}" type="datetime1">
              <a:rPr lang="en-US" smtClean="0"/>
              <a:t>7/16/2026</a:t>
            </a:fld>
            <a:endParaRPr lang="en-US"/>
          </a:p>
        </p:txBody>
      </p:sp>
      <p:sp>
        <p:nvSpPr>
          <p:cNvPr id="9" name="Footer Placeholder 8">
            <a:extLst>
              <a:ext uri="{FF2B5EF4-FFF2-40B4-BE49-F238E27FC236}">
                <a16:creationId xmlns:a16="http://schemas.microsoft.com/office/drawing/2014/main" id="{1F186E17-1B97-0A89-8C13-C68786A5B48B}"/>
              </a:ext>
            </a:extLst>
          </p:cNvPr>
          <p:cNvSpPr>
            <a:spLocks noGrp="1"/>
          </p:cNvSpPr>
          <p:nvPr>
            <p:ph type="ftr" sz="quarter" idx="11"/>
          </p:nvPr>
        </p:nvSpPr>
        <p:spPr/>
        <p:txBody>
          <a:bodyPr/>
          <a:lstStyle/>
          <a:p>
            <a:r>
              <a:rPr lang="en-US"/>
              <a:t>@copyright Hoang Bao Long</a:t>
            </a:r>
          </a:p>
        </p:txBody>
      </p:sp>
      <p:sp>
        <p:nvSpPr>
          <p:cNvPr id="11" name="Slide Number Placeholder 10">
            <a:extLst>
              <a:ext uri="{FF2B5EF4-FFF2-40B4-BE49-F238E27FC236}">
                <a16:creationId xmlns:a16="http://schemas.microsoft.com/office/drawing/2014/main" id="{2132BC88-7AE0-0E81-C339-8CECF92FE6D6}"/>
              </a:ext>
            </a:extLst>
          </p:cNvPr>
          <p:cNvSpPr>
            <a:spLocks noGrp="1"/>
          </p:cNvSpPr>
          <p:nvPr>
            <p:ph type="sldNum" sz="quarter" idx="12"/>
          </p:nvPr>
        </p:nvSpPr>
        <p:spPr/>
        <p:txBody>
          <a:bodyPr/>
          <a:lstStyle/>
          <a:p>
            <a:fld id="{148CC95F-0247-41B6-91CF-DC97C76A7088}" type="slidenum">
              <a:rPr lang="en-US" smtClean="0"/>
              <a:t>29</a:t>
            </a:fld>
            <a:endParaRPr lang="en-US"/>
          </a:p>
        </p:txBody>
      </p:sp>
      <p:sp>
        <p:nvSpPr>
          <p:cNvPr id="3" name="Title 1">
            <a:extLst>
              <a:ext uri="{FF2B5EF4-FFF2-40B4-BE49-F238E27FC236}">
                <a16:creationId xmlns:a16="http://schemas.microsoft.com/office/drawing/2014/main" id="{AD612CEB-9584-0F65-50A1-5806FAE2C3E7}"/>
              </a:ext>
            </a:extLst>
          </p:cNvPr>
          <p:cNvSpPr txBox="1">
            <a:spLocks/>
          </p:cNvSpPr>
          <p:nvPr/>
        </p:nvSpPr>
        <p:spPr>
          <a:xfrm>
            <a:off x="652270" y="1668587"/>
            <a:ext cx="11125202" cy="425190"/>
          </a:xfrm>
          <a:prstGeom prst="rect">
            <a:avLst/>
          </a:prstGeom>
        </p:spPr>
        <p:txBody>
          <a:bodyPr vert="horz" lIns="0" tIns="0" rIns="0" bIns="0" rtlCol="0" anchor="t">
            <a:noAutofit/>
          </a:bodyPr>
          <a:lstStyle>
            <a:lvl1pPr algn="l" defTabSz="914400" rtl="0" eaLnBrk="1" latinLnBrk="0" hangingPunct="1">
              <a:lnSpc>
                <a:spcPct val="100000"/>
              </a:lnSpc>
              <a:spcBef>
                <a:spcPct val="0"/>
              </a:spcBef>
              <a:buNone/>
              <a:defRPr sz="3200" b="0" kern="1200" spc="0" baseline="0">
                <a:solidFill>
                  <a:schemeClr val="tx1"/>
                </a:solidFill>
                <a:latin typeface="+mj-lt"/>
                <a:ea typeface="+mj-ea"/>
                <a:cs typeface="+mj-cs"/>
              </a:defRPr>
            </a:lvl1pPr>
          </a:lstStyle>
          <a:p>
            <a:r>
              <a:rPr lang="vi-VN" sz="2600" b="1" dirty="0"/>
              <a:t>2.5. APB Operation waveform</a:t>
            </a:r>
            <a:endParaRPr lang="en-US" sz="2600" b="1" dirty="0"/>
          </a:p>
        </p:txBody>
      </p:sp>
      <p:pic>
        <p:nvPicPr>
          <p:cNvPr id="1026" name="Picture 2">
            <a:extLst>
              <a:ext uri="{FF2B5EF4-FFF2-40B4-BE49-F238E27FC236}">
                <a16:creationId xmlns:a16="http://schemas.microsoft.com/office/drawing/2014/main" id="{3D8EC482-A4CB-C0F0-59C4-5DA3E297F55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27378" y="2229629"/>
            <a:ext cx="3950004" cy="3795857"/>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a:extLst>
              <a:ext uri="{FF2B5EF4-FFF2-40B4-BE49-F238E27FC236}">
                <a16:creationId xmlns:a16="http://schemas.microsoft.com/office/drawing/2014/main" id="{6AE11F31-1B22-302F-2BFD-7D58C412360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214619" y="2229629"/>
            <a:ext cx="3930054" cy="3795857"/>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4D6D2ED1-BAF4-AF8F-AC61-A3F2C7150ADD}"/>
              </a:ext>
            </a:extLst>
          </p:cNvPr>
          <p:cNvSpPr txBox="1"/>
          <p:nvPr/>
        </p:nvSpPr>
        <p:spPr>
          <a:xfrm>
            <a:off x="381648" y="6193021"/>
            <a:ext cx="5206335" cy="307777"/>
          </a:xfrm>
          <a:prstGeom prst="rect">
            <a:avLst/>
          </a:prstGeom>
          <a:noFill/>
        </p:spPr>
        <p:txBody>
          <a:bodyPr wrap="square">
            <a:spAutoFit/>
          </a:bodyPr>
          <a:lstStyle/>
          <a:p>
            <a:pPr algn="ctr"/>
            <a:r>
              <a:rPr lang="en-US" sz="1400" b="1" i="1">
                <a:latin typeface="Arial" panose="020B0604020202020204" pitchFamily="34" charset="0"/>
                <a:cs typeface="Arial" panose="020B0604020202020204" pitchFamily="34" charset="0"/>
              </a:rPr>
              <a:t>APB Write transfer without waiting state</a:t>
            </a:r>
          </a:p>
        </p:txBody>
      </p:sp>
      <p:sp>
        <p:nvSpPr>
          <p:cNvPr id="5" name="TextBox 4">
            <a:extLst>
              <a:ext uri="{FF2B5EF4-FFF2-40B4-BE49-F238E27FC236}">
                <a16:creationId xmlns:a16="http://schemas.microsoft.com/office/drawing/2014/main" id="{89D6CCA3-CAEE-9638-8AD9-194900DE55FC}"/>
              </a:ext>
            </a:extLst>
          </p:cNvPr>
          <p:cNvSpPr txBox="1"/>
          <p:nvPr/>
        </p:nvSpPr>
        <p:spPr>
          <a:xfrm>
            <a:off x="6640049" y="6193021"/>
            <a:ext cx="5206335" cy="307777"/>
          </a:xfrm>
          <a:prstGeom prst="rect">
            <a:avLst/>
          </a:prstGeom>
          <a:noFill/>
        </p:spPr>
        <p:txBody>
          <a:bodyPr wrap="square">
            <a:spAutoFit/>
          </a:bodyPr>
          <a:lstStyle/>
          <a:p>
            <a:pPr algn="ctr"/>
            <a:r>
              <a:rPr lang="en-US" sz="1400" b="1" i="1">
                <a:latin typeface="Arial" panose="020B0604020202020204" pitchFamily="34" charset="0"/>
                <a:cs typeface="Arial" panose="020B0604020202020204" pitchFamily="34" charset="0"/>
              </a:rPr>
              <a:t>APB Read transfer without waiting state</a:t>
            </a:r>
          </a:p>
        </p:txBody>
      </p:sp>
    </p:spTree>
    <p:extLst>
      <p:ext uri="{BB962C8B-B14F-4D97-AF65-F5344CB8AC3E}">
        <p14:creationId xmlns:p14="http://schemas.microsoft.com/office/powerpoint/2010/main" val="230282058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C50252-18D6-9A47-7B2B-E1CA49EA48A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463F25C-833C-16FF-340D-D91523796604}"/>
              </a:ext>
            </a:extLst>
          </p:cNvPr>
          <p:cNvSpPr>
            <a:spLocks noGrp="1"/>
          </p:cNvSpPr>
          <p:nvPr>
            <p:ph type="title"/>
          </p:nvPr>
        </p:nvSpPr>
        <p:spPr>
          <a:xfrm>
            <a:off x="521208" y="978408"/>
            <a:ext cx="11155680" cy="585216"/>
          </a:xfrm>
        </p:spPr>
        <p:txBody>
          <a:bodyPr>
            <a:normAutofit fontScale="90000"/>
          </a:bodyPr>
          <a:lstStyle/>
          <a:p>
            <a:r>
              <a:rPr lang="vi-VN" dirty="0"/>
              <a:t>2. Design Specifications</a:t>
            </a:r>
            <a:endParaRPr lang="en-US" dirty="0"/>
          </a:p>
        </p:txBody>
      </p:sp>
      <p:sp>
        <p:nvSpPr>
          <p:cNvPr id="8" name="Date Placeholder 7">
            <a:extLst>
              <a:ext uri="{FF2B5EF4-FFF2-40B4-BE49-F238E27FC236}">
                <a16:creationId xmlns:a16="http://schemas.microsoft.com/office/drawing/2014/main" id="{D49EAD43-6C54-7326-FF1E-DBD59BD80E7F}"/>
              </a:ext>
            </a:extLst>
          </p:cNvPr>
          <p:cNvSpPr>
            <a:spLocks noGrp="1"/>
          </p:cNvSpPr>
          <p:nvPr>
            <p:ph type="dt" sz="half" idx="10"/>
          </p:nvPr>
        </p:nvSpPr>
        <p:spPr/>
        <p:txBody>
          <a:bodyPr/>
          <a:lstStyle/>
          <a:p>
            <a:fld id="{780F2533-275E-428B-B3B3-9CA4281B478F}" type="datetime1">
              <a:rPr lang="en-US" smtClean="0"/>
              <a:t>7/16/2026</a:t>
            </a:fld>
            <a:endParaRPr lang="en-US"/>
          </a:p>
        </p:txBody>
      </p:sp>
      <p:sp>
        <p:nvSpPr>
          <p:cNvPr id="9" name="Footer Placeholder 8">
            <a:extLst>
              <a:ext uri="{FF2B5EF4-FFF2-40B4-BE49-F238E27FC236}">
                <a16:creationId xmlns:a16="http://schemas.microsoft.com/office/drawing/2014/main" id="{9D55B25B-0F57-4149-2ED3-6669ACB519AD}"/>
              </a:ext>
            </a:extLst>
          </p:cNvPr>
          <p:cNvSpPr>
            <a:spLocks noGrp="1"/>
          </p:cNvSpPr>
          <p:nvPr>
            <p:ph type="ftr" sz="quarter" idx="11"/>
          </p:nvPr>
        </p:nvSpPr>
        <p:spPr/>
        <p:txBody>
          <a:bodyPr/>
          <a:lstStyle/>
          <a:p>
            <a:r>
              <a:rPr lang="en-US"/>
              <a:t>@copyright Hoang Bao Long</a:t>
            </a:r>
          </a:p>
        </p:txBody>
      </p:sp>
      <p:sp>
        <p:nvSpPr>
          <p:cNvPr id="11" name="Slide Number Placeholder 10">
            <a:extLst>
              <a:ext uri="{FF2B5EF4-FFF2-40B4-BE49-F238E27FC236}">
                <a16:creationId xmlns:a16="http://schemas.microsoft.com/office/drawing/2014/main" id="{6B35AD27-AB12-5EB0-E431-AF51081C5285}"/>
              </a:ext>
            </a:extLst>
          </p:cNvPr>
          <p:cNvSpPr>
            <a:spLocks noGrp="1"/>
          </p:cNvSpPr>
          <p:nvPr>
            <p:ph type="sldNum" sz="quarter" idx="12"/>
          </p:nvPr>
        </p:nvSpPr>
        <p:spPr/>
        <p:txBody>
          <a:bodyPr/>
          <a:lstStyle/>
          <a:p>
            <a:fld id="{148CC95F-0247-41B6-91CF-DC97C76A7088}" type="slidenum">
              <a:rPr lang="en-US" smtClean="0"/>
              <a:t>30</a:t>
            </a:fld>
            <a:endParaRPr lang="en-US"/>
          </a:p>
        </p:txBody>
      </p:sp>
      <p:sp>
        <p:nvSpPr>
          <p:cNvPr id="3" name="Title 1">
            <a:extLst>
              <a:ext uri="{FF2B5EF4-FFF2-40B4-BE49-F238E27FC236}">
                <a16:creationId xmlns:a16="http://schemas.microsoft.com/office/drawing/2014/main" id="{4A288580-EDC0-654B-3F75-A34FAADCF285}"/>
              </a:ext>
            </a:extLst>
          </p:cNvPr>
          <p:cNvSpPr txBox="1">
            <a:spLocks/>
          </p:cNvSpPr>
          <p:nvPr/>
        </p:nvSpPr>
        <p:spPr>
          <a:xfrm>
            <a:off x="652270" y="1668587"/>
            <a:ext cx="11125202" cy="425190"/>
          </a:xfrm>
          <a:prstGeom prst="rect">
            <a:avLst/>
          </a:prstGeom>
        </p:spPr>
        <p:txBody>
          <a:bodyPr vert="horz" lIns="0" tIns="0" rIns="0" bIns="0" rtlCol="0" anchor="t">
            <a:noAutofit/>
          </a:bodyPr>
          <a:lstStyle>
            <a:lvl1pPr algn="l" defTabSz="914400" rtl="0" eaLnBrk="1" latinLnBrk="0" hangingPunct="1">
              <a:lnSpc>
                <a:spcPct val="100000"/>
              </a:lnSpc>
              <a:spcBef>
                <a:spcPct val="0"/>
              </a:spcBef>
              <a:buNone/>
              <a:defRPr sz="3200" b="0" kern="1200" spc="0" baseline="0">
                <a:solidFill>
                  <a:schemeClr val="tx1"/>
                </a:solidFill>
                <a:latin typeface="+mj-lt"/>
                <a:ea typeface="+mj-ea"/>
                <a:cs typeface="+mj-cs"/>
              </a:defRPr>
            </a:lvl1pPr>
          </a:lstStyle>
          <a:p>
            <a:r>
              <a:rPr lang="vi-VN" sz="2600" b="1" dirty="0"/>
              <a:t>2.5. APB Operation waveform</a:t>
            </a:r>
            <a:endParaRPr lang="en-US" sz="2600" b="1" dirty="0"/>
          </a:p>
        </p:txBody>
      </p:sp>
      <p:pic>
        <p:nvPicPr>
          <p:cNvPr id="2050" name="Picture 2">
            <a:extLst>
              <a:ext uri="{FF2B5EF4-FFF2-40B4-BE49-F238E27FC236}">
                <a16:creationId xmlns:a16="http://schemas.microsoft.com/office/drawing/2014/main" id="{B0FB5BBB-2298-8652-F92A-28AD86EBD5F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41255" y="2298120"/>
            <a:ext cx="3836126" cy="3686423"/>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a:extLst>
              <a:ext uri="{FF2B5EF4-FFF2-40B4-BE49-F238E27FC236}">
                <a16:creationId xmlns:a16="http://schemas.microsoft.com/office/drawing/2014/main" id="{7BC9BCF8-C019-E6EC-E3EC-5B18B478D67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214620" y="2279407"/>
            <a:ext cx="3836126" cy="3705136"/>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07619690-AA8A-87E6-D55D-28C2E06B7787}"/>
              </a:ext>
            </a:extLst>
          </p:cNvPr>
          <p:cNvSpPr txBox="1"/>
          <p:nvPr/>
        </p:nvSpPr>
        <p:spPr>
          <a:xfrm>
            <a:off x="381648" y="6193021"/>
            <a:ext cx="5206335" cy="307777"/>
          </a:xfrm>
          <a:prstGeom prst="rect">
            <a:avLst/>
          </a:prstGeom>
          <a:noFill/>
        </p:spPr>
        <p:txBody>
          <a:bodyPr wrap="square">
            <a:spAutoFit/>
          </a:bodyPr>
          <a:lstStyle/>
          <a:p>
            <a:pPr algn="ctr"/>
            <a:r>
              <a:rPr lang="en-US" sz="1400" b="1" i="1">
                <a:latin typeface="Arial" panose="020B0604020202020204" pitchFamily="34" charset="0"/>
                <a:cs typeface="Arial" panose="020B0604020202020204" pitchFamily="34" charset="0"/>
              </a:rPr>
              <a:t>APB Write with Slave 1 access</a:t>
            </a:r>
          </a:p>
        </p:txBody>
      </p:sp>
      <p:sp>
        <p:nvSpPr>
          <p:cNvPr id="5" name="TextBox 4">
            <a:extLst>
              <a:ext uri="{FF2B5EF4-FFF2-40B4-BE49-F238E27FC236}">
                <a16:creationId xmlns:a16="http://schemas.microsoft.com/office/drawing/2014/main" id="{6993E687-0ED0-5216-E146-952485E894F0}"/>
              </a:ext>
            </a:extLst>
          </p:cNvPr>
          <p:cNvSpPr txBox="1"/>
          <p:nvPr/>
        </p:nvSpPr>
        <p:spPr>
          <a:xfrm>
            <a:off x="6640049" y="6193021"/>
            <a:ext cx="5206335" cy="307777"/>
          </a:xfrm>
          <a:prstGeom prst="rect">
            <a:avLst/>
          </a:prstGeom>
          <a:noFill/>
        </p:spPr>
        <p:txBody>
          <a:bodyPr wrap="square">
            <a:spAutoFit/>
          </a:bodyPr>
          <a:lstStyle/>
          <a:p>
            <a:pPr algn="ctr"/>
            <a:r>
              <a:rPr lang="en-US" sz="1400" b="1" i="1">
                <a:latin typeface="Arial" panose="020B0604020202020204" pitchFamily="34" charset="0"/>
                <a:cs typeface="Arial" panose="020B0604020202020204" pitchFamily="34" charset="0"/>
              </a:rPr>
              <a:t>APB Read with Slave 1 access</a:t>
            </a:r>
          </a:p>
        </p:txBody>
      </p:sp>
    </p:spTree>
    <p:extLst>
      <p:ext uri="{BB962C8B-B14F-4D97-AF65-F5344CB8AC3E}">
        <p14:creationId xmlns:p14="http://schemas.microsoft.com/office/powerpoint/2010/main" val="262058821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68DA90-2050-3594-2CC4-0E1F7FDEDC9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B46952A-6123-88A2-7AAC-3FD993961031}"/>
              </a:ext>
            </a:extLst>
          </p:cNvPr>
          <p:cNvSpPr>
            <a:spLocks noGrp="1"/>
          </p:cNvSpPr>
          <p:nvPr>
            <p:ph type="title"/>
          </p:nvPr>
        </p:nvSpPr>
        <p:spPr>
          <a:xfrm>
            <a:off x="521208" y="978408"/>
            <a:ext cx="11155680" cy="585216"/>
          </a:xfrm>
        </p:spPr>
        <p:txBody>
          <a:bodyPr>
            <a:normAutofit fontScale="90000"/>
          </a:bodyPr>
          <a:lstStyle/>
          <a:p>
            <a:r>
              <a:rPr lang="vi-VN" dirty="0"/>
              <a:t>2. Design Specifications</a:t>
            </a:r>
            <a:endParaRPr lang="en-US" dirty="0"/>
          </a:p>
        </p:txBody>
      </p:sp>
      <p:sp>
        <p:nvSpPr>
          <p:cNvPr id="8" name="Date Placeholder 7">
            <a:extLst>
              <a:ext uri="{FF2B5EF4-FFF2-40B4-BE49-F238E27FC236}">
                <a16:creationId xmlns:a16="http://schemas.microsoft.com/office/drawing/2014/main" id="{35C10501-0D87-EC8F-C368-16C720E49BC3}"/>
              </a:ext>
            </a:extLst>
          </p:cNvPr>
          <p:cNvSpPr>
            <a:spLocks noGrp="1"/>
          </p:cNvSpPr>
          <p:nvPr>
            <p:ph type="dt" sz="half" idx="10"/>
          </p:nvPr>
        </p:nvSpPr>
        <p:spPr/>
        <p:txBody>
          <a:bodyPr/>
          <a:lstStyle/>
          <a:p>
            <a:fld id="{780F2533-275E-428B-B3B3-9CA4281B478F}" type="datetime1">
              <a:rPr lang="en-US" smtClean="0"/>
              <a:t>7/16/2026</a:t>
            </a:fld>
            <a:endParaRPr lang="en-US"/>
          </a:p>
        </p:txBody>
      </p:sp>
      <p:sp>
        <p:nvSpPr>
          <p:cNvPr id="9" name="Footer Placeholder 8">
            <a:extLst>
              <a:ext uri="{FF2B5EF4-FFF2-40B4-BE49-F238E27FC236}">
                <a16:creationId xmlns:a16="http://schemas.microsoft.com/office/drawing/2014/main" id="{0C044943-B688-8305-B1CD-01A82D3CFF7D}"/>
              </a:ext>
            </a:extLst>
          </p:cNvPr>
          <p:cNvSpPr>
            <a:spLocks noGrp="1"/>
          </p:cNvSpPr>
          <p:nvPr>
            <p:ph type="ftr" sz="quarter" idx="11"/>
          </p:nvPr>
        </p:nvSpPr>
        <p:spPr/>
        <p:txBody>
          <a:bodyPr/>
          <a:lstStyle/>
          <a:p>
            <a:r>
              <a:rPr lang="en-US"/>
              <a:t>@copyright Hoang Bao Long</a:t>
            </a:r>
          </a:p>
        </p:txBody>
      </p:sp>
      <p:sp>
        <p:nvSpPr>
          <p:cNvPr id="11" name="Slide Number Placeholder 10">
            <a:extLst>
              <a:ext uri="{FF2B5EF4-FFF2-40B4-BE49-F238E27FC236}">
                <a16:creationId xmlns:a16="http://schemas.microsoft.com/office/drawing/2014/main" id="{8F4D1D42-5565-898C-4A93-6E93A273C6C6}"/>
              </a:ext>
            </a:extLst>
          </p:cNvPr>
          <p:cNvSpPr>
            <a:spLocks noGrp="1"/>
          </p:cNvSpPr>
          <p:nvPr>
            <p:ph type="sldNum" sz="quarter" idx="12"/>
          </p:nvPr>
        </p:nvSpPr>
        <p:spPr/>
        <p:txBody>
          <a:bodyPr/>
          <a:lstStyle/>
          <a:p>
            <a:fld id="{148CC95F-0247-41B6-91CF-DC97C76A7088}" type="slidenum">
              <a:rPr lang="en-US" smtClean="0"/>
              <a:t>31</a:t>
            </a:fld>
            <a:endParaRPr lang="en-US"/>
          </a:p>
        </p:txBody>
      </p:sp>
      <p:sp>
        <p:nvSpPr>
          <p:cNvPr id="3" name="Title 1">
            <a:extLst>
              <a:ext uri="{FF2B5EF4-FFF2-40B4-BE49-F238E27FC236}">
                <a16:creationId xmlns:a16="http://schemas.microsoft.com/office/drawing/2014/main" id="{717D63D1-8D60-27CF-4065-CA911E9FC260}"/>
              </a:ext>
            </a:extLst>
          </p:cNvPr>
          <p:cNvSpPr txBox="1">
            <a:spLocks/>
          </p:cNvSpPr>
          <p:nvPr/>
        </p:nvSpPr>
        <p:spPr>
          <a:xfrm>
            <a:off x="652270" y="1668587"/>
            <a:ext cx="11125202" cy="425190"/>
          </a:xfrm>
          <a:prstGeom prst="rect">
            <a:avLst/>
          </a:prstGeom>
        </p:spPr>
        <p:txBody>
          <a:bodyPr vert="horz" lIns="0" tIns="0" rIns="0" bIns="0" rtlCol="0" anchor="t">
            <a:noAutofit/>
          </a:bodyPr>
          <a:lstStyle>
            <a:lvl1pPr algn="l" defTabSz="914400" rtl="0" eaLnBrk="1" latinLnBrk="0" hangingPunct="1">
              <a:lnSpc>
                <a:spcPct val="100000"/>
              </a:lnSpc>
              <a:spcBef>
                <a:spcPct val="0"/>
              </a:spcBef>
              <a:buNone/>
              <a:defRPr sz="3200" b="0" kern="1200" spc="0" baseline="0">
                <a:solidFill>
                  <a:schemeClr val="tx1"/>
                </a:solidFill>
                <a:latin typeface="+mj-lt"/>
                <a:ea typeface="+mj-ea"/>
                <a:cs typeface="+mj-cs"/>
              </a:defRPr>
            </a:lvl1pPr>
          </a:lstStyle>
          <a:p>
            <a:r>
              <a:rPr lang="vi-VN" sz="2600" b="1" dirty="0"/>
              <a:t>2.5. APB Operation waveform</a:t>
            </a:r>
            <a:endParaRPr lang="en-US" sz="2600" b="1" dirty="0"/>
          </a:p>
        </p:txBody>
      </p:sp>
      <p:pic>
        <p:nvPicPr>
          <p:cNvPr id="3074" name="Picture 2">
            <a:extLst>
              <a:ext uri="{FF2B5EF4-FFF2-40B4-BE49-F238E27FC236}">
                <a16:creationId xmlns:a16="http://schemas.microsoft.com/office/drawing/2014/main" id="{0AFCAB4B-7D7E-F230-C08F-7858CB14FB2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23610" y="2336362"/>
            <a:ext cx="3854873" cy="3723243"/>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a:extLst>
              <a:ext uri="{FF2B5EF4-FFF2-40B4-BE49-F238E27FC236}">
                <a16:creationId xmlns:a16="http://schemas.microsoft.com/office/drawing/2014/main" id="{F8F4C2D4-7C79-C4A5-C562-E14EA1240DD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213518" y="2336362"/>
            <a:ext cx="3835502" cy="3723243"/>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36A6E550-8ECE-C37A-AECD-2D96BB7D6582}"/>
              </a:ext>
            </a:extLst>
          </p:cNvPr>
          <p:cNvSpPr txBox="1"/>
          <p:nvPr/>
        </p:nvSpPr>
        <p:spPr>
          <a:xfrm>
            <a:off x="381648" y="6193021"/>
            <a:ext cx="5206335" cy="307777"/>
          </a:xfrm>
          <a:prstGeom prst="rect">
            <a:avLst/>
          </a:prstGeom>
          <a:noFill/>
        </p:spPr>
        <p:txBody>
          <a:bodyPr wrap="square">
            <a:spAutoFit/>
          </a:bodyPr>
          <a:lstStyle/>
          <a:p>
            <a:pPr algn="ctr"/>
            <a:r>
              <a:rPr lang="en-US" sz="1400" b="1" i="1">
                <a:latin typeface="Arial" panose="020B0604020202020204" pitchFamily="34" charset="0"/>
                <a:cs typeface="Arial" panose="020B0604020202020204" pitchFamily="34" charset="0"/>
              </a:rPr>
              <a:t>APB Write transfer with waiting state</a:t>
            </a:r>
          </a:p>
        </p:txBody>
      </p:sp>
      <p:sp>
        <p:nvSpPr>
          <p:cNvPr id="5" name="TextBox 4">
            <a:extLst>
              <a:ext uri="{FF2B5EF4-FFF2-40B4-BE49-F238E27FC236}">
                <a16:creationId xmlns:a16="http://schemas.microsoft.com/office/drawing/2014/main" id="{29A18A13-2B52-1C63-4CD6-6B569C594830}"/>
              </a:ext>
            </a:extLst>
          </p:cNvPr>
          <p:cNvSpPr txBox="1"/>
          <p:nvPr/>
        </p:nvSpPr>
        <p:spPr>
          <a:xfrm>
            <a:off x="6640049" y="6193021"/>
            <a:ext cx="5206335" cy="307777"/>
          </a:xfrm>
          <a:prstGeom prst="rect">
            <a:avLst/>
          </a:prstGeom>
          <a:noFill/>
        </p:spPr>
        <p:txBody>
          <a:bodyPr wrap="square">
            <a:spAutoFit/>
          </a:bodyPr>
          <a:lstStyle/>
          <a:p>
            <a:pPr algn="ctr"/>
            <a:r>
              <a:rPr lang="en-US" sz="1400" b="1" i="1">
                <a:latin typeface="Arial" panose="020B0604020202020204" pitchFamily="34" charset="0"/>
                <a:cs typeface="Arial" panose="020B0604020202020204" pitchFamily="34" charset="0"/>
              </a:rPr>
              <a:t>APB Read transfer with waiting state</a:t>
            </a:r>
          </a:p>
        </p:txBody>
      </p:sp>
    </p:spTree>
    <p:extLst>
      <p:ext uri="{BB962C8B-B14F-4D97-AF65-F5344CB8AC3E}">
        <p14:creationId xmlns:p14="http://schemas.microsoft.com/office/powerpoint/2010/main" val="380055471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1F011C-2C4C-54EF-C5E7-8B34DD8780A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963901A-041F-3737-380C-E9917E393030}"/>
              </a:ext>
            </a:extLst>
          </p:cNvPr>
          <p:cNvSpPr>
            <a:spLocks noGrp="1"/>
          </p:cNvSpPr>
          <p:nvPr>
            <p:ph type="title"/>
          </p:nvPr>
        </p:nvSpPr>
        <p:spPr>
          <a:xfrm>
            <a:off x="521208" y="978408"/>
            <a:ext cx="11155680" cy="585216"/>
          </a:xfrm>
        </p:spPr>
        <p:txBody>
          <a:bodyPr>
            <a:normAutofit fontScale="90000"/>
          </a:bodyPr>
          <a:lstStyle/>
          <a:p>
            <a:r>
              <a:rPr lang="vi-VN" dirty="0"/>
              <a:t>2. Design Specifications</a:t>
            </a:r>
            <a:endParaRPr lang="en-US" dirty="0"/>
          </a:p>
        </p:txBody>
      </p:sp>
      <p:sp>
        <p:nvSpPr>
          <p:cNvPr id="8" name="Date Placeholder 7">
            <a:extLst>
              <a:ext uri="{FF2B5EF4-FFF2-40B4-BE49-F238E27FC236}">
                <a16:creationId xmlns:a16="http://schemas.microsoft.com/office/drawing/2014/main" id="{69274BB4-7A1E-925B-51CC-2895FF5FB8E5}"/>
              </a:ext>
            </a:extLst>
          </p:cNvPr>
          <p:cNvSpPr>
            <a:spLocks noGrp="1"/>
          </p:cNvSpPr>
          <p:nvPr>
            <p:ph type="dt" sz="half" idx="10"/>
          </p:nvPr>
        </p:nvSpPr>
        <p:spPr/>
        <p:txBody>
          <a:bodyPr/>
          <a:lstStyle/>
          <a:p>
            <a:fld id="{780F2533-275E-428B-B3B3-9CA4281B478F}" type="datetime1">
              <a:rPr lang="en-US" smtClean="0"/>
              <a:t>7/16/2026</a:t>
            </a:fld>
            <a:endParaRPr lang="en-US"/>
          </a:p>
        </p:txBody>
      </p:sp>
      <p:sp>
        <p:nvSpPr>
          <p:cNvPr id="9" name="Footer Placeholder 8">
            <a:extLst>
              <a:ext uri="{FF2B5EF4-FFF2-40B4-BE49-F238E27FC236}">
                <a16:creationId xmlns:a16="http://schemas.microsoft.com/office/drawing/2014/main" id="{D568D102-0735-A887-13A0-1231B97D636D}"/>
              </a:ext>
            </a:extLst>
          </p:cNvPr>
          <p:cNvSpPr>
            <a:spLocks noGrp="1"/>
          </p:cNvSpPr>
          <p:nvPr>
            <p:ph type="ftr" sz="quarter" idx="11"/>
          </p:nvPr>
        </p:nvSpPr>
        <p:spPr/>
        <p:txBody>
          <a:bodyPr/>
          <a:lstStyle/>
          <a:p>
            <a:r>
              <a:rPr lang="en-US"/>
              <a:t>@copyright Hoang Bao Long</a:t>
            </a:r>
          </a:p>
        </p:txBody>
      </p:sp>
      <p:sp>
        <p:nvSpPr>
          <p:cNvPr id="11" name="Slide Number Placeholder 10">
            <a:extLst>
              <a:ext uri="{FF2B5EF4-FFF2-40B4-BE49-F238E27FC236}">
                <a16:creationId xmlns:a16="http://schemas.microsoft.com/office/drawing/2014/main" id="{759760E1-11EA-9D4E-CAFE-C5CEA83C476F}"/>
              </a:ext>
            </a:extLst>
          </p:cNvPr>
          <p:cNvSpPr>
            <a:spLocks noGrp="1"/>
          </p:cNvSpPr>
          <p:nvPr>
            <p:ph type="sldNum" sz="quarter" idx="12"/>
          </p:nvPr>
        </p:nvSpPr>
        <p:spPr/>
        <p:txBody>
          <a:bodyPr/>
          <a:lstStyle/>
          <a:p>
            <a:fld id="{148CC95F-0247-41B6-91CF-DC97C76A7088}" type="slidenum">
              <a:rPr lang="en-US" smtClean="0"/>
              <a:t>32</a:t>
            </a:fld>
            <a:endParaRPr lang="en-US"/>
          </a:p>
        </p:txBody>
      </p:sp>
      <p:sp>
        <p:nvSpPr>
          <p:cNvPr id="3" name="Title 1">
            <a:extLst>
              <a:ext uri="{FF2B5EF4-FFF2-40B4-BE49-F238E27FC236}">
                <a16:creationId xmlns:a16="http://schemas.microsoft.com/office/drawing/2014/main" id="{C87A0106-1BD7-B99C-1B82-F7BDB9009732}"/>
              </a:ext>
            </a:extLst>
          </p:cNvPr>
          <p:cNvSpPr txBox="1">
            <a:spLocks/>
          </p:cNvSpPr>
          <p:nvPr/>
        </p:nvSpPr>
        <p:spPr>
          <a:xfrm>
            <a:off x="652270" y="1668587"/>
            <a:ext cx="11125202" cy="425190"/>
          </a:xfrm>
          <a:prstGeom prst="rect">
            <a:avLst/>
          </a:prstGeom>
        </p:spPr>
        <p:txBody>
          <a:bodyPr vert="horz" lIns="0" tIns="0" rIns="0" bIns="0" rtlCol="0" anchor="t">
            <a:noAutofit/>
          </a:bodyPr>
          <a:lstStyle>
            <a:lvl1pPr algn="l" defTabSz="914400" rtl="0" eaLnBrk="1" latinLnBrk="0" hangingPunct="1">
              <a:lnSpc>
                <a:spcPct val="100000"/>
              </a:lnSpc>
              <a:spcBef>
                <a:spcPct val="0"/>
              </a:spcBef>
              <a:buNone/>
              <a:defRPr sz="3200" b="0" kern="1200" spc="0" baseline="0">
                <a:solidFill>
                  <a:schemeClr val="tx1"/>
                </a:solidFill>
                <a:latin typeface="+mj-lt"/>
                <a:ea typeface="+mj-ea"/>
                <a:cs typeface="+mj-cs"/>
              </a:defRPr>
            </a:lvl1pPr>
          </a:lstStyle>
          <a:p>
            <a:r>
              <a:rPr lang="vi-VN" sz="2600" b="1" dirty="0"/>
              <a:t>2.5. APB Operation waveform</a:t>
            </a:r>
            <a:endParaRPr lang="en-US" sz="2600" b="1" dirty="0"/>
          </a:p>
        </p:txBody>
      </p:sp>
      <p:pic>
        <p:nvPicPr>
          <p:cNvPr id="4098" name="Picture 2">
            <a:extLst>
              <a:ext uri="{FF2B5EF4-FFF2-40B4-BE49-F238E27FC236}">
                <a16:creationId xmlns:a16="http://schemas.microsoft.com/office/drawing/2014/main" id="{3D0C6863-F640-D224-04FA-9D99D941E7A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85896" y="2295240"/>
            <a:ext cx="3498058" cy="3719886"/>
          </a:xfrm>
          <a:prstGeom prst="rect">
            <a:avLst/>
          </a:prstGeom>
          <a:noFill/>
          <a:extLst>
            <a:ext uri="{909E8E84-426E-40DD-AFC4-6F175D3DCCD1}">
              <a14:hiddenFill xmlns:a14="http://schemas.microsoft.com/office/drawing/2010/main">
                <a:solidFill>
                  <a:srgbClr val="FFFFFF"/>
                </a:solidFill>
              </a14:hiddenFill>
            </a:ext>
          </a:extLst>
        </p:spPr>
      </p:pic>
      <p:pic>
        <p:nvPicPr>
          <p:cNvPr id="4100" name="Picture 4">
            <a:extLst>
              <a:ext uri="{FF2B5EF4-FFF2-40B4-BE49-F238E27FC236}">
                <a16:creationId xmlns:a16="http://schemas.microsoft.com/office/drawing/2014/main" id="{9DCC2148-0C71-A47A-A044-1C9D57E4E8C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08048" y="2295240"/>
            <a:ext cx="3514178" cy="3719886"/>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83AFC6C6-7919-1AEF-E817-749098C77A43}"/>
              </a:ext>
            </a:extLst>
          </p:cNvPr>
          <p:cNvSpPr txBox="1"/>
          <p:nvPr/>
        </p:nvSpPr>
        <p:spPr>
          <a:xfrm>
            <a:off x="381648" y="6193021"/>
            <a:ext cx="5206335" cy="307777"/>
          </a:xfrm>
          <a:prstGeom prst="rect">
            <a:avLst/>
          </a:prstGeom>
          <a:noFill/>
        </p:spPr>
        <p:txBody>
          <a:bodyPr wrap="square">
            <a:spAutoFit/>
          </a:bodyPr>
          <a:lstStyle/>
          <a:p>
            <a:pPr algn="ctr"/>
            <a:r>
              <a:rPr lang="en-US" sz="1400" b="1" i="1" dirty="0">
                <a:latin typeface="Arial" panose="020B0604020202020204" pitchFamily="34" charset="0"/>
                <a:cs typeface="Arial" panose="020B0604020202020204" pitchFamily="34" charset="0"/>
              </a:rPr>
              <a:t>APB Write with address range error</a:t>
            </a:r>
          </a:p>
        </p:txBody>
      </p:sp>
      <p:sp>
        <p:nvSpPr>
          <p:cNvPr id="5" name="TextBox 4">
            <a:extLst>
              <a:ext uri="{FF2B5EF4-FFF2-40B4-BE49-F238E27FC236}">
                <a16:creationId xmlns:a16="http://schemas.microsoft.com/office/drawing/2014/main" id="{44043191-B687-BB51-E5FB-3FA955F4CAA2}"/>
              </a:ext>
            </a:extLst>
          </p:cNvPr>
          <p:cNvSpPr txBox="1"/>
          <p:nvPr/>
        </p:nvSpPr>
        <p:spPr>
          <a:xfrm>
            <a:off x="6640049" y="6193021"/>
            <a:ext cx="5206335" cy="307777"/>
          </a:xfrm>
          <a:prstGeom prst="rect">
            <a:avLst/>
          </a:prstGeom>
          <a:noFill/>
        </p:spPr>
        <p:txBody>
          <a:bodyPr wrap="square">
            <a:spAutoFit/>
          </a:bodyPr>
          <a:lstStyle/>
          <a:p>
            <a:pPr algn="ctr"/>
            <a:r>
              <a:rPr lang="en-US" sz="1400" b="1" i="1">
                <a:latin typeface="Arial" panose="020B0604020202020204" pitchFamily="34" charset="0"/>
                <a:cs typeface="Arial" panose="020B0604020202020204" pitchFamily="34" charset="0"/>
              </a:rPr>
              <a:t>APB Read with address range error</a:t>
            </a:r>
          </a:p>
        </p:txBody>
      </p:sp>
    </p:spTree>
    <p:extLst>
      <p:ext uri="{BB962C8B-B14F-4D97-AF65-F5344CB8AC3E}">
        <p14:creationId xmlns:p14="http://schemas.microsoft.com/office/powerpoint/2010/main" val="379514709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2C8928-5B99-0592-2F3B-A902A9704A0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5B59782-0EA3-E905-B381-632BBF4707F8}"/>
              </a:ext>
            </a:extLst>
          </p:cNvPr>
          <p:cNvSpPr>
            <a:spLocks noGrp="1"/>
          </p:cNvSpPr>
          <p:nvPr>
            <p:ph type="title"/>
          </p:nvPr>
        </p:nvSpPr>
        <p:spPr>
          <a:xfrm>
            <a:off x="521208" y="978408"/>
            <a:ext cx="11155680" cy="585216"/>
          </a:xfrm>
        </p:spPr>
        <p:txBody>
          <a:bodyPr>
            <a:normAutofit fontScale="90000"/>
          </a:bodyPr>
          <a:lstStyle/>
          <a:p>
            <a:r>
              <a:rPr lang="vi-VN" dirty="0"/>
              <a:t>2. Design Specifications</a:t>
            </a:r>
            <a:endParaRPr lang="en-US" dirty="0"/>
          </a:p>
        </p:txBody>
      </p:sp>
      <p:sp>
        <p:nvSpPr>
          <p:cNvPr id="8" name="Date Placeholder 7">
            <a:extLst>
              <a:ext uri="{FF2B5EF4-FFF2-40B4-BE49-F238E27FC236}">
                <a16:creationId xmlns:a16="http://schemas.microsoft.com/office/drawing/2014/main" id="{4442DFE8-F72A-9612-0E7E-A000F3574364}"/>
              </a:ext>
            </a:extLst>
          </p:cNvPr>
          <p:cNvSpPr>
            <a:spLocks noGrp="1"/>
          </p:cNvSpPr>
          <p:nvPr>
            <p:ph type="dt" sz="half" idx="10"/>
          </p:nvPr>
        </p:nvSpPr>
        <p:spPr/>
        <p:txBody>
          <a:bodyPr/>
          <a:lstStyle/>
          <a:p>
            <a:fld id="{780F2533-275E-428B-B3B3-9CA4281B478F}" type="datetime1">
              <a:rPr lang="en-US" smtClean="0"/>
              <a:t>7/16/2026</a:t>
            </a:fld>
            <a:endParaRPr lang="en-US"/>
          </a:p>
        </p:txBody>
      </p:sp>
      <p:sp>
        <p:nvSpPr>
          <p:cNvPr id="9" name="Footer Placeholder 8">
            <a:extLst>
              <a:ext uri="{FF2B5EF4-FFF2-40B4-BE49-F238E27FC236}">
                <a16:creationId xmlns:a16="http://schemas.microsoft.com/office/drawing/2014/main" id="{EDBDF7FF-97E6-9DCD-2F47-2A06FFD6A345}"/>
              </a:ext>
            </a:extLst>
          </p:cNvPr>
          <p:cNvSpPr>
            <a:spLocks noGrp="1"/>
          </p:cNvSpPr>
          <p:nvPr>
            <p:ph type="ftr" sz="quarter" idx="11"/>
          </p:nvPr>
        </p:nvSpPr>
        <p:spPr/>
        <p:txBody>
          <a:bodyPr/>
          <a:lstStyle/>
          <a:p>
            <a:r>
              <a:rPr lang="en-US"/>
              <a:t>@copyright Hoang Bao Long</a:t>
            </a:r>
          </a:p>
        </p:txBody>
      </p:sp>
      <p:sp>
        <p:nvSpPr>
          <p:cNvPr id="11" name="Slide Number Placeholder 10">
            <a:extLst>
              <a:ext uri="{FF2B5EF4-FFF2-40B4-BE49-F238E27FC236}">
                <a16:creationId xmlns:a16="http://schemas.microsoft.com/office/drawing/2014/main" id="{E1F23EA5-F1B8-56DE-33F4-65EDAE15411F}"/>
              </a:ext>
            </a:extLst>
          </p:cNvPr>
          <p:cNvSpPr>
            <a:spLocks noGrp="1"/>
          </p:cNvSpPr>
          <p:nvPr>
            <p:ph type="sldNum" sz="quarter" idx="12"/>
          </p:nvPr>
        </p:nvSpPr>
        <p:spPr/>
        <p:txBody>
          <a:bodyPr/>
          <a:lstStyle/>
          <a:p>
            <a:fld id="{148CC95F-0247-41B6-91CF-DC97C76A7088}" type="slidenum">
              <a:rPr lang="en-US" smtClean="0"/>
              <a:t>33</a:t>
            </a:fld>
            <a:endParaRPr lang="en-US"/>
          </a:p>
        </p:txBody>
      </p:sp>
      <p:sp>
        <p:nvSpPr>
          <p:cNvPr id="3" name="Title 1">
            <a:extLst>
              <a:ext uri="{FF2B5EF4-FFF2-40B4-BE49-F238E27FC236}">
                <a16:creationId xmlns:a16="http://schemas.microsoft.com/office/drawing/2014/main" id="{45BBDC32-5D95-6AF8-E89D-EC5AE64DDB1B}"/>
              </a:ext>
            </a:extLst>
          </p:cNvPr>
          <p:cNvSpPr txBox="1">
            <a:spLocks/>
          </p:cNvSpPr>
          <p:nvPr/>
        </p:nvSpPr>
        <p:spPr>
          <a:xfrm>
            <a:off x="652270" y="1668587"/>
            <a:ext cx="11125202" cy="425190"/>
          </a:xfrm>
          <a:prstGeom prst="rect">
            <a:avLst/>
          </a:prstGeom>
        </p:spPr>
        <p:txBody>
          <a:bodyPr vert="horz" lIns="0" tIns="0" rIns="0" bIns="0" rtlCol="0" anchor="t">
            <a:noAutofit/>
          </a:bodyPr>
          <a:lstStyle>
            <a:lvl1pPr algn="l" defTabSz="914400" rtl="0" eaLnBrk="1" latinLnBrk="0" hangingPunct="1">
              <a:lnSpc>
                <a:spcPct val="100000"/>
              </a:lnSpc>
              <a:spcBef>
                <a:spcPct val="0"/>
              </a:spcBef>
              <a:buNone/>
              <a:defRPr sz="3200" b="0" kern="1200" spc="0" baseline="0">
                <a:solidFill>
                  <a:schemeClr val="tx1"/>
                </a:solidFill>
                <a:latin typeface="+mj-lt"/>
                <a:ea typeface="+mj-ea"/>
                <a:cs typeface="+mj-cs"/>
              </a:defRPr>
            </a:lvl1pPr>
          </a:lstStyle>
          <a:p>
            <a:r>
              <a:rPr lang="vi-VN" sz="2600" b="1" dirty="0"/>
              <a:t>2.5. Design Spec – APB Master</a:t>
            </a:r>
            <a:endParaRPr lang="en-US" sz="2600" b="1" dirty="0"/>
          </a:p>
        </p:txBody>
      </p:sp>
      <p:pic>
        <p:nvPicPr>
          <p:cNvPr id="4" name="Picture 3" descr="A diagram of a system&#10;&#10;AI-generated content may be incorrect.">
            <a:extLst>
              <a:ext uri="{FF2B5EF4-FFF2-40B4-BE49-F238E27FC236}">
                <a16:creationId xmlns:a16="http://schemas.microsoft.com/office/drawing/2014/main" id="{D66E5989-3CC8-4C87-A88F-2D67B149E70D}"/>
              </a:ext>
            </a:extLst>
          </p:cNvPr>
          <p:cNvPicPr>
            <a:picLocks noChangeAspect="1"/>
          </p:cNvPicPr>
          <p:nvPr/>
        </p:nvPicPr>
        <p:blipFill>
          <a:blip r:embed="rId2"/>
          <a:stretch>
            <a:fillRect/>
          </a:stretch>
        </p:blipFill>
        <p:spPr>
          <a:xfrm>
            <a:off x="4196966" y="2198740"/>
            <a:ext cx="3798068" cy="3813570"/>
          </a:xfrm>
          <a:prstGeom prst="rect">
            <a:avLst/>
          </a:prstGeom>
        </p:spPr>
      </p:pic>
      <p:sp>
        <p:nvSpPr>
          <p:cNvPr id="5" name="TextBox 4">
            <a:extLst>
              <a:ext uri="{FF2B5EF4-FFF2-40B4-BE49-F238E27FC236}">
                <a16:creationId xmlns:a16="http://schemas.microsoft.com/office/drawing/2014/main" id="{36FF2F56-EE9E-59EF-B12A-6C258B6393A6}"/>
              </a:ext>
            </a:extLst>
          </p:cNvPr>
          <p:cNvSpPr txBox="1"/>
          <p:nvPr/>
        </p:nvSpPr>
        <p:spPr>
          <a:xfrm>
            <a:off x="3048762" y="6254422"/>
            <a:ext cx="6094476" cy="307777"/>
          </a:xfrm>
          <a:prstGeom prst="rect">
            <a:avLst/>
          </a:prstGeom>
          <a:noFill/>
        </p:spPr>
        <p:txBody>
          <a:bodyPr wrap="square">
            <a:spAutoFit/>
          </a:bodyPr>
          <a:lstStyle/>
          <a:p>
            <a:pPr algn="ctr"/>
            <a:r>
              <a:rPr lang="en-US" sz="1400" b="1" i="1" dirty="0">
                <a:latin typeface="Arial" panose="020B0604020202020204" pitchFamily="34" charset="0"/>
                <a:cs typeface="Arial" panose="020B0604020202020204" pitchFamily="34" charset="0"/>
              </a:rPr>
              <a:t>APB </a:t>
            </a:r>
            <a:r>
              <a:rPr lang="vi-VN" sz="1400" b="1" i="1" dirty="0">
                <a:latin typeface="Arial" panose="020B0604020202020204" pitchFamily="34" charset="0"/>
                <a:cs typeface="Arial" panose="020B0604020202020204" pitchFamily="34" charset="0"/>
              </a:rPr>
              <a:t>Master FSM</a:t>
            </a:r>
            <a:endParaRPr lang="en-US" sz="1400" b="1" i="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17837109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456BFB-D1AD-65A6-EDC4-ED29115C222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ECC58C3-BFAA-C723-3885-79EB5864852E}"/>
              </a:ext>
            </a:extLst>
          </p:cNvPr>
          <p:cNvSpPr>
            <a:spLocks noGrp="1"/>
          </p:cNvSpPr>
          <p:nvPr>
            <p:ph type="title"/>
          </p:nvPr>
        </p:nvSpPr>
        <p:spPr>
          <a:xfrm>
            <a:off x="521208" y="978408"/>
            <a:ext cx="11155680" cy="585216"/>
          </a:xfrm>
        </p:spPr>
        <p:txBody>
          <a:bodyPr>
            <a:normAutofit fontScale="90000"/>
          </a:bodyPr>
          <a:lstStyle/>
          <a:p>
            <a:r>
              <a:rPr lang="vi-VN" dirty="0"/>
              <a:t>2. Design Specifications</a:t>
            </a:r>
            <a:endParaRPr lang="en-US" dirty="0"/>
          </a:p>
        </p:txBody>
      </p:sp>
      <p:sp>
        <p:nvSpPr>
          <p:cNvPr id="8" name="Date Placeholder 7">
            <a:extLst>
              <a:ext uri="{FF2B5EF4-FFF2-40B4-BE49-F238E27FC236}">
                <a16:creationId xmlns:a16="http://schemas.microsoft.com/office/drawing/2014/main" id="{A5A54EF7-89C2-A8D1-67FB-2B98D5C58806}"/>
              </a:ext>
            </a:extLst>
          </p:cNvPr>
          <p:cNvSpPr>
            <a:spLocks noGrp="1"/>
          </p:cNvSpPr>
          <p:nvPr>
            <p:ph type="dt" sz="half" idx="10"/>
          </p:nvPr>
        </p:nvSpPr>
        <p:spPr/>
        <p:txBody>
          <a:bodyPr/>
          <a:lstStyle/>
          <a:p>
            <a:fld id="{780F2533-275E-428B-B3B3-9CA4281B478F}" type="datetime1">
              <a:rPr lang="en-US" smtClean="0"/>
              <a:t>7/16/2026</a:t>
            </a:fld>
            <a:endParaRPr lang="en-US"/>
          </a:p>
        </p:txBody>
      </p:sp>
      <p:sp>
        <p:nvSpPr>
          <p:cNvPr id="9" name="Footer Placeholder 8">
            <a:extLst>
              <a:ext uri="{FF2B5EF4-FFF2-40B4-BE49-F238E27FC236}">
                <a16:creationId xmlns:a16="http://schemas.microsoft.com/office/drawing/2014/main" id="{06B66325-A379-9788-66C2-A487C3F6A624}"/>
              </a:ext>
            </a:extLst>
          </p:cNvPr>
          <p:cNvSpPr>
            <a:spLocks noGrp="1"/>
          </p:cNvSpPr>
          <p:nvPr>
            <p:ph type="ftr" sz="quarter" idx="11"/>
          </p:nvPr>
        </p:nvSpPr>
        <p:spPr/>
        <p:txBody>
          <a:bodyPr/>
          <a:lstStyle/>
          <a:p>
            <a:r>
              <a:rPr lang="en-US"/>
              <a:t>@copyright Hoang Bao Long</a:t>
            </a:r>
          </a:p>
        </p:txBody>
      </p:sp>
      <p:sp>
        <p:nvSpPr>
          <p:cNvPr id="11" name="Slide Number Placeholder 10">
            <a:extLst>
              <a:ext uri="{FF2B5EF4-FFF2-40B4-BE49-F238E27FC236}">
                <a16:creationId xmlns:a16="http://schemas.microsoft.com/office/drawing/2014/main" id="{27E90005-EC58-41F4-5B03-D1E28525157B}"/>
              </a:ext>
            </a:extLst>
          </p:cNvPr>
          <p:cNvSpPr>
            <a:spLocks noGrp="1"/>
          </p:cNvSpPr>
          <p:nvPr>
            <p:ph type="sldNum" sz="quarter" idx="12"/>
          </p:nvPr>
        </p:nvSpPr>
        <p:spPr/>
        <p:txBody>
          <a:bodyPr/>
          <a:lstStyle/>
          <a:p>
            <a:fld id="{148CC95F-0247-41B6-91CF-DC97C76A7088}" type="slidenum">
              <a:rPr lang="en-US" smtClean="0"/>
              <a:t>34</a:t>
            </a:fld>
            <a:endParaRPr lang="en-US"/>
          </a:p>
        </p:txBody>
      </p:sp>
      <p:sp>
        <p:nvSpPr>
          <p:cNvPr id="3" name="Title 1">
            <a:extLst>
              <a:ext uri="{FF2B5EF4-FFF2-40B4-BE49-F238E27FC236}">
                <a16:creationId xmlns:a16="http://schemas.microsoft.com/office/drawing/2014/main" id="{C41AED99-80B9-ACAE-6715-7BEB766B31F5}"/>
              </a:ext>
            </a:extLst>
          </p:cNvPr>
          <p:cNvSpPr txBox="1">
            <a:spLocks/>
          </p:cNvSpPr>
          <p:nvPr/>
        </p:nvSpPr>
        <p:spPr>
          <a:xfrm>
            <a:off x="652270" y="1668587"/>
            <a:ext cx="11125202" cy="425190"/>
          </a:xfrm>
          <a:prstGeom prst="rect">
            <a:avLst/>
          </a:prstGeom>
        </p:spPr>
        <p:txBody>
          <a:bodyPr vert="horz" lIns="0" tIns="0" rIns="0" bIns="0" rtlCol="0" anchor="t">
            <a:noAutofit/>
          </a:bodyPr>
          <a:lstStyle>
            <a:lvl1pPr algn="l" defTabSz="914400" rtl="0" eaLnBrk="1" latinLnBrk="0" hangingPunct="1">
              <a:lnSpc>
                <a:spcPct val="100000"/>
              </a:lnSpc>
              <a:spcBef>
                <a:spcPct val="0"/>
              </a:spcBef>
              <a:buNone/>
              <a:defRPr sz="3200" b="0" kern="1200" spc="0" baseline="0">
                <a:solidFill>
                  <a:schemeClr val="tx1"/>
                </a:solidFill>
                <a:latin typeface="+mj-lt"/>
                <a:ea typeface="+mj-ea"/>
                <a:cs typeface="+mj-cs"/>
              </a:defRPr>
            </a:lvl1pPr>
          </a:lstStyle>
          <a:p>
            <a:r>
              <a:rPr lang="vi-VN" sz="2600" b="1" dirty="0"/>
              <a:t>2.5. Design Spec – APB Slave</a:t>
            </a:r>
            <a:endParaRPr lang="en-US" sz="2600" b="1" dirty="0"/>
          </a:p>
        </p:txBody>
      </p:sp>
      <p:pic>
        <p:nvPicPr>
          <p:cNvPr id="4" name="Picture 2">
            <a:extLst>
              <a:ext uri="{FF2B5EF4-FFF2-40B4-BE49-F238E27FC236}">
                <a16:creationId xmlns:a16="http://schemas.microsoft.com/office/drawing/2014/main" id="{3E47136C-8DBA-2D87-2B0C-387AA66F4913}"/>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308961" y="2093777"/>
            <a:ext cx="5590756" cy="2390530"/>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5" name="Table 4">
            <a:extLst>
              <a:ext uri="{FF2B5EF4-FFF2-40B4-BE49-F238E27FC236}">
                <a16:creationId xmlns:a16="http://schemas.microsoft.com/office/drawing/2014/main" id="{036397A5-E5BE-CE5C-17EA-B5C4A6BC6FD3}"/>
              </a:ext>
            </a:extLst>
          </p:cNvPr>
          <p:cNvGraphicFramePr>
            <a:graphicFrameLocks noGrp="1"/>
          </p:cNvGraphicFramePr>
          <p:nvPr>
            <p:extLst>
              <p:ext uri="{D42A27DB-BD31-4B8C-83A1-F6EECF244321}">
                <p14:modId xmlns:p14="http://schemas.microsoft.com/office/powerpoint/2010/main" val="426761692"/>
              </p:ext>
            </p:extLst>
          </p:nvPr>
        </p:nvGraphicFramePr>
        <p:xfrm>
          <a:off x="698878" y="4650573"/>
          <a:ext cx="10932160" cy="1828800"/>
        </p:xfrm>
        <a:graphic>
          <a:graphicData uri="http://schemas.openxmlformats.org/drawingml/2006/table">
            <a:tbl>
              <a:tblPr firstRow="1" bandRow="1">
                <a:tableStyleId>{073A0DAA-6AF3-43AB-8588-CEC1D06C72B9}</a:tableStyleId>
              </a:tblPr>
              <a:tblGrid>
                <a:gridCol w="1622808">
                  <a:extLst>
                    <a:ext uri="{9D8B030D-6E8A-4147-A177-3AD203B41FA5}">
                      <a16:colId xmlns:a16="http://schemas.microsoft.com/office/drawing/2014/main" val="579931218"/>
                    </a:ext>
                  </a:extLst>
                </a:gridCol>
                <a:gridCol w="2541998">
                  <a:extLst>
                    <a:ext uri="{9D8B030D-6E8A-4147-A177-3AD203B41FA5}">
                      <a16:colId xmlns:a16="http://schemas.microsoft.com/office/drawing/2014/main" val="1158279828"/>
                    </a:ext>
                  </a:extLst>
                </a:gridCol>
                <a:gridCol w="6767354">
                  <a:extLst>
                    <a:ext uri="{9D8B030D-6E8A-4147-A177-3AD203B41FA5}">
                      <a16:colId xmlns:a16="http://schemas.microsoft.com/office/drawing/2014/main" val="3965270395"/>
                    </a:ext>
                  </a:extLst>
                </a:gridCol>
              </a:tblGrid>
              <a:tr h="198120">
                <a:tc>
                  <a:txBody>
                    <a:bodyPr/>
                    <a:lstStyle/>
                    <a:p>
                      <a:pPr algn="ctr"/>
                      <a:r>
                        <a:rPr lang="en-US" sz="1600"/>
                        <a:t>BUS Signals</a:t>
                      </a:r>
                      <a:endParaRPr lang="en-US" sz="1600">
                        <a:latin typeface="Arial" panose="020B0604020202020204" pitchFamily="34" charset="0"/>
                        <a:cs typeface="Arial" panose="020B0604020202020204" pitchFamily="34" charset="0"/>
                      </a:endParaRPr>
                    </a:p>
                  </a:txBody>
                  <a:tcPr/>
                </a:tc>
                <a:tc>
                  <a:txBody>
                    <a:bodyPr/>
                    <a:lstStyle/>
                    <a:p>
                      <a:pPr algn="ctr"/>
                      <a:r>
                        <a:rPr lang="en-US" sz="1600"/>
                        <a:t>Name</a:t>
                      </a:r>
                      <a:endParaRPr lang="en-US" sz="1600">
                        <a:latin typeface="Arial" panose="020B0604020202020204" pitchFamily="34" charset="0"/>
                        <a:cs typeface="Arial" panose="020B0604020202020204" pitchFamily="34" charset="0"/>
                      </a:endParaRPr>
                    </a:p>
                  </a:txBody>
                  <a:tcPr/>
                </a:tc>
                <a:tc>
                  <a:txBody>
                    <a:bodyPr/>
                    <a:lstStyle/>
                    <a:p>
                      <a:pPr algn="ctr"/>
                      <a:r>
                        <a:rPr lang="en-US" sz="1600"/>
                        <a:t>Descriptions</a:t>
                      </a:r>
                      <a:endParaRPr lang="en-US" sz="160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539352098"/>
                  </a:ext>
                </a:extLst>
              </a:tr>
              <a:tr h="0">
                <a:tc>
                  <a:txBody>
                    <a:bodyPr/>
                    <a:lstStyle/>
                    <a:p>
                      <a:pPr algn="ctr"/>
                      <a:r>
                        <a:rPr lang="en-US" sz="1600"/>
                        <a:t>PADDR[31]</a:t>
                      </a:r>
                      <a:endParaRPr lang="en-US" sz="1600">
                        <a:latin typeface="Arial" panose="020B0604020202020204" pitchFamily="34" charset="0"/>
                        <a:cs typeface="Arial" panose="020B0604020202020204" pitchFamily="34" charset="0"/>
                      </a:endParaRPr>
                    </a:p>
                  </a:txBody>
                  <a:tcPr anchor="ctr"/>
                </a:tc>
                <a:tc>
                  <a:txBody>
                    <a:bodyPr/>
                    <a:lstStyle/>
                    <a:p>
                      <a:pPr algn="just"/>
                      <a:r>
                        <a:rPr lang="en-US" sz="1600"/>
                        <a:t>Slave Select Bit</a:t>
                      </a:r>
                      <a:endParaRPr lang="en-US" sz="1600">
                        <a:latin typeface="Arial" panose="020B0604020202020204" pitchFamily="34" charset="0"/>
                        <a:cs typeface="Arial" panose="020B0604020202020204" pitchFamily="34" charset="0"/>
                      </a:endParaRPr>
                    </a:p>
                  </a:txBody>
                  <a:tcPr/>
                </a:tc>
                <a:tc>
                  <a:txBody>
                    <a:bodyPr/>
                    <a:lstStyle/>
                    <a:p>
                      <a:pPr algn="just"/>
                      <a:r>
                        <a:rPr lang="en-US" sz="1600"/>
                        <a:t>Used to select the target slave. </a:t>
                      </a:r>
                      <a:r>
                        <a:rPr lang="en-US" sz="1600">
                          <a:solidFill>
                            <a:schemeClr val="dk1"/>
                          </a:solidFill>
                        </a:rPr>
                        <a:t>0</a:t>
                      </a:r>
                      <a:r>
                        <a:rPr lang="en-US" sz="1600"/>
                        <a:t> selects Slave 0; </a:t>
                      </a:r>
                      <a:r>
                        <a:rPr lang="en-US" sz="1600">
                          <a:solidFill>
                            <a:schemeClr val="dk1"/>
                          </a:solidFill>
                        </a:rPr>
                        <a:t>1</a:t>
                      </a:r>
                      <a:r>
                        <a:rPr lang="en-US" sz="1600"/>
                        <a:t> selects Slave 1.</a:t>
                      </a:r>
                      <a:endParaRPr lang="en-US" sz="160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815105458"/>
                  </a:ext>
                </a:extLst>
              </a:tr>
              <a:tr h="0">
                <a:tc>
                  <a:txBody>
                    <a:bodyPr/>
                    <a:lstStyle/>
                    <a:p>
                      <a:pPr algn="ctr"/>
                      <a:r>
                        <a:rPr lang="en-US" sz="1600"/>
                        <a:t>PADDR[30:2]</a:t>
                      </a:r>
                      <a:endParaRPr lang="en-US" sz="1600">
                        <a:latin typeface="Arial" panose="020B0604020202020204" pitchFamily="34" charset="0"/>
                        <a:cs typeface="Arial" panose="020B0604020202020204" pitchFamily="34" charset="0"/>
                      </a:endParaRPr>
                    </a:p>
                  </a:txBody>
                  <a:tcPr anchor="ctr"/>
                </a:tc>
                <a:tc>
                  <a:txBody>
                    <a:bodyPr/>
                    <a:lstStyle/>
                    <a:p>
                      <a:pPr algn="just"/>
                      <a:r>
                        <a:rPr lang="en-US" sz="1600"/>
                        <a:t>Memory Address</a:t>
                      </a:r>
                      <a:endParaRPr lang="en-US" sz="1600">
                        <a:latin typeface="Arial" panose="020B0604020202020204" pitchFamily="34" charset="0"/>
                        <a:cs typeface="Arial" panose="020B0604020202020204" pitchFamily="34" charset="0"/>
                      </a:endParaRPr>
                    </a:p>
                  </a:txBody>
                  <a:tcPr/>
                </a:tc>
                <a:tc>
                  <a:txBody>
                    <a:bodyPr/>
                    <a:lstStyle/>
                    <a:p>
                      <a:pPr algn="just"/>
                      <a:r>
                        <a:rPr lang="en-US" sz="1600"/>
                        <a:t>These bits represent the internal memory index (Word-aligned). They are used to access specific data entries within the slave's memory array.</a:t>
                      </a:r>
                      <a:endParaRPr lang="en-US" sz="160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486802341"/>
                  </a:ext>
                </a:extLst>
              </a:tr>
              <a:tr h="0">
                <a:tc>
                  <a:txBody>
                    <a:bodyPr/>
                    <a:lstStyle/>
                    <a:p>
                      <a:pPr algn="ctr"/>
                      <a:r>
                        <a:rPr lang="en-US" sz="1600"/>
                        <a:t>PADDR[1:0]</a:t>
                      </a:r>
                      <a:endParaRPr lang="en-US" sz="1600">
                        <a:latin typeface="Arial" panose="020B0604020202020204" pitchFamily="34" charset="0"/>
                        <a:cs typeface="Arial" panose="020B0604020202020204" pitchFamily="34" charset="0"/>
                      </a:endParaRPr>
                    </a:p>
                  </a:txBody>
                  <a:tcPr anchor="ctr"/>
                </a:tc>
                <a:tc>
                  <a:txBody>
                    <a:bodyPr/>
                    <a:lstStyle/>
                    <a:p>
                      <a:pPr algn="just"/>
                      <a:r>
                        <a:rPr lang="en-US" sz="1600"/>
                        <a:t>Waiting Count</a:t>
                      </a:r>
                      <a:endParaRPr lang="en-US" sz="1600">
                        <a:latin typeface="Arial" panose="020B0604020202020204" pitchFamily="34" charset="0"/>
                        <a:cs typeface="Arial" panose="020B0604020202020204" pitchFamily="34" charset="0"/>
                      </a:endParaRPr>
                    </a:p>
                  </a:txBody>
                  <a:tcPr/>
                </a:tc>
                <a:tc>
                  <a:txBody>
                    <a:bodyPr/>
                    <a:lstStyle/>
                    <a:p>
                      <a:pPr algn="just"/>
                      <a:r>
                        <a:rPr lang="en-US" sz="1600" dirty="0"/>
                        <a:t>These bits determine the number of wait states (delay cycles) the Slave will force the Master to wait before completing the transaction.</a:t>
                      </a:r>
                      <a:endParaRPr lang="en-US" sz="16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250865581"/>
                  </a:ext>
                </a:extLst>
              </a:tr>
            </a:tbl>
          </a:graphicData>
        </a:graphic>
      </p:graphicFrame>
    </p:spTree>
    <p:extLst>
      <p:ext uri="{BB962C8B-B14F-4D97-AF65-F5344CB8AC3E}">
        <p14:creationId xmlns:p14="http://schemas.microsoft.com/office/powerpoint/2010/main" val="21029880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190283-525F-6640-F6BD-345CCA3B47A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9756D7A-339F-9722-724D-E27CB0A2A647}"/>
              </a:ext>
            </a:extLst>
          </p:cNvPr>
          <p:cNvSpPr>
            <a:spLocks noGrp="1"/>
          </p:cNvSpPr>
          <p:nvPr>
            <p:ph type="title"/>
          </p:nvPr>
        </p:nvSpPr>
        <p:spPr>
          <a:xfrm>
            <a:off x="521208" y="978408"/>
            <a:ext cx="11155680" cy="585216"/>
          </a:xfrm>
        </p:spPr>
        <p:txBody>
          <a:bodyPr>
            <a:normAutofit fontScale="90000"/>
          </a:bodyPr>
          <a:lstStyle/>
          <a:p>
            <a:r>
              <a:rPr lang="vi-VN" dirty="0"/>
              <a:t>2. Design Specifications</a:t>
            </a:r>
            <a:endParaRPr lang="en-US" dirty="0"/>
          </a:p>
        </p:txBody>
      </p:sp>
      <p:sp>
        <p:nvSpPr>
          <p:cNvPr id="8" name="Date Placeholder 7">
            <a:extLst>
              <a:ext uri="{FF2B5EF4-FFF2-40B4-BE49-F238E27FC236}">
                <a16:creationId xmlns:a16="http://schemas.microsoft.com/office/drawing/2014/main" id="{6F7A346C-38A7-56F0-CE39-40B371641341}"/>
              </a:ext>
            </a:extLst>
          </p:cNvPr>
          <p:cNvSpPr>
            <a:spLocks noGrp="1"/>
          </p:cNvSpPr>
          <p:nvPr>
            <p:ph type="dt" sz="half" idx="10"/>
          </p:nvPr>
        </p:nvSpPr>
        <p:spPr/>
        <p:txBody>
          <a:bodyPr/>
          <a:lstStyle/>
          <a:p>
            <a:fld id="{780F2533-275E-428B-B3B3-9CA4281B478F}" type="datetime1">
              <a:rPr lang="en-US" smtClean="0"/>
              <a:t>7/16/2026</a:t>
            </a:fld>
            <a:endParaRPr lang="en-US"/>
          </a:p>
        </p:txBody>
      </p:sp>
      <p:sp>
        <p:nvSpPr>
          <p:cNvPr id="9" name="Footer Placeholder 8">
            <a:extLst>
              <a:ext uri="{FF2B5EF4-FFF2-40B4-BE49-F238E27FC236}">
                <a16:creationId xmlns:a16="http://schemas.microsoft.com/office/drawing/2014/main" id="{9122E700-E6CE-2ECC-CBC9-A1DD7399F75D}"/>
              </a:ext>
            </a:extLst>
          </p:cNvPr>
          <p:cNvSpPr>
            <a:spLocks noGrp="1"/>
          </p:cNvSpPr>
          <p:nvPr>
            <p:ph type="ftr" sz="quarter" idx="11"/>
          </p:nvPr>
        </p:nvSpPr>
        <p:spPr/>
        <p:txBody>
          <a:bodyPr/>
          <a:lstStyle/>
          <a:p>
            <a:r>
              <a:rPr lang="en-US"/>
              <a:t>@copyright Hoang Bao Long</a:t>
            </a:r>
          </a:p>
        </p:txBody>
      </p:sp>
      <p:sp>
        <p:nvSpPr>
          <p:cNvPr id="11" name="Slide Number Placeholder 10">
            <a:extLst>
              <a:ext uri="{FF2B5EF4-FFF2-40B4-BE49-F238E27FC236}">
                <a16:creationId xmlns:a16="http://schemas.microsoft.com/office/drawing/2014/main" id="{9B90B43F-EC63-570B-A580-CDB2C7CDCC20}"/>
              </a:ext>
            </a:extLst>
          </p:cNvPr>
          <p:cNvSpPr>
            <a:spLocks noGrp="1"/>
          </p:cNvSpPr>
          <p:nvPr>
            <p:ph type="sldNum" sz="quarter" idx="12"/>
          </p:nvPr>
        </p:nvSpPr>
        <p:spPr/>
        <p:txBody>
          <a:bodyPr/>
          <a:lstStyle/>
          <a:p>
            <a:fld id="{148CC95F-0247-41B6-91CF-DC97C76A7088}" type="slidenum">
              <a:rPr lang="en-US" smtClean="0"/>
              <a:t>35</a:t>
            </a:fld>
            <a:endParaRPr lang="en-US"/>
          </a:p>
        </p:txBody>
      </p:sp>
      <p:sp>
        <p:nvSpPr>
          <p:cNvPr id="3" name="Title 1">
            <a:extLst>
              <a:ext uri="{FF2B5EF4-FFF2-40B4-BE49-F238E27FC236}">
                <a16:creationId xmlns:a16="http://schemas.microsoft.com/office/drawing/2014/main" id="{6F5EB157-ED73-A7C1-F05F-5BAB4BD5B66C}"/>
              </a:ext>
            </a:extLst>
          </p:cNvPr>
          <p:cNvSpPr txBox="1">
            <a:spLocks/>
          </p:cNvSpPr>
          <p:nvPr/>
        </p:nvSpPr>
        <p:spPr>
          <a:xfrm>
            <a:off x="652270" y="1668587"/>
            <a:ext cx="11125202" cy="425190"/>
          </a:xfrm>
          <a:prstGeom prst="rect">
            <a:avLst/>
          </a:prstGeom>
        </p:spPr>
        <p:txBody>
          <a:bodyPr vert="horz" lIns="0" tIns="0" rIns="0" bIns="0" rtlCol="0" anchor="t">
            <a:noAutofit/>
          </a:bodyPr>
          <a:lstStyle>
            <a:lvl1pPr algn="l" defTabSz="914400" rtl="0" eaLnBrk="1" latinLnBrk="0" hangingPunct="1">
              <a:lnSpc>
                <a:spcPct val="100000"/>
              </a:lnSpc>
              <a:spcBef>
                <a:spcPct val="0"/>
              </a:spcBef>
              <a:buNone/>
              <a:defRPr sz="3200" b="0" kern="1200" spc="0" baseline="0">
                <a:solidFill>
                  <a:schemeClr val="tx1"/>
                </a:solidFill>
                <a:latin typeface="+mj-lt"/>
                <a:ea typeface="+mj-ea"/>
                <a:cs typeface="+mj-cs"/>
              </a:defRPr>
            </a:lvl1pPr>
          </a:lstStyle>
          <a:p>
            <a:r>
              <a:rPr lang="vi-VN" sz="2600" b="1" dirty="0"/>
              <a:t>2.5. Design Spec – APB Slave</a:t>
            </a:r>
            <a:endParaRPr lang="en-US" sz="2600" b="1" dirty="0"/>
          </a:p>
        </p:txBody>
      </p:sp>
      <p:pic>
        <p:nvPicPr>
          <p:cNvPr id="5122" name="Picture 2">
            <a:extLst>
              <a:ext uri="{FF2B5EF4-FFF2-40B4-BE49-F238E27FC236}">
                <a16:creationId xmlns:a16="http://schemas.microsoft.com/office/drawing/2014/main" id="{985E5218-F93A-B39A-CE56-81E662B84F4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2270" y="2533365"/>
            <a:ext cx="4377591" cy="2891620"/>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a:extLst>
              <a:ext uri="{FF2B5EF4-FFF2-40B4-BE49-F238E27FC236}">
                <a16:creationId xmlns:a16="http://schemas.microsoft.com/office/drawing/2014/main" id="{21403BCC-74BE-3B91-A82C-8495D9269FD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01319" y="3894824"/>
            <a:ext cx="4876153" cy="2454891"/>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6">
            <a:extLst>
              <a:ext uri="{FF2B5EF4-FFF2-40B4-BE49-F238E27FC236}">
                <a16:creationId xmlns:a16="http://schemas.microsoft.com/office/drawing/2014/main" id="{16BE087A-775F-5D15-7444-2C231D92F1F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901319" y="927234"/>
            <a:ext cx="3366708" cy="2454891"/>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E21DEFD9-CCE4-BDAC-77A0-537A892033D6}"/>
              </a:ext>
            </a:extLst>
          </p:cNvPr>
          <p:cNvSpPr txBox="1"/>
          <p:nvPr/>
        </p:nvSpPr>
        <p:spPr>
          <a:xfrm>
            <a:off x="237897" y="5556796"/>
            <a:ext cx="5206335" cy="307777"/>
          </a:xfrm>
          <a:prstGeom prst="rect">
            <a:avLst/>
          </a:prstGeom>
          <a:noFill/>
        </p:spPr>
        <p:txBody>
          <a:bodyPr wrap="square">
            <a:spAutoFit/>
          </a:bodyPr>
          <a:lstStyle/>
          <a:p>
            <a:pPr algn="ctr"/>
            <a:r>
              <a:rPr lang="vi-VN" sz="1400" b="1" i="1">
                <a:latin typeface="Arial" panose="020B0604020202020204" pitchFamily="34" charset="0"/>
                <a:cs typeface="Arial" panose="020B0604020202020204" pitchFamily="34" charset="0"/>
              </a:rPr>
              <a:t>APB Slave Memory</a:t>
            </a:r>
            <a:endParaRPr lang="en-US" sz="1400" b="1" i="1" dirty="0">
              <a:latin typeface="Arial" panose="020B0604020202020204" pitchFamily="34" charset="0"/>
              <a:cs typeface="Arial" panose="020B0604020202020204" pitchFamily="34" charset="0"/>
            </a:endParaRPr>
          </a:p>
        </p:txBody>
      </p:sp>
      <p:sp>
        <p:nvSpPr>
          <p:cNvPr id="12" name="TextBox 11">
            <a:extLst>
              <a:ext uri="{FF2B5EF4-FFF2-40B4-BE49-F238E27FC236}">
                <a16:creationId xmlns:a16="http://schemas.microsoft.com/office/drawing/2014/main" id="{78672BB8-19E9-1316-5909-3B7C2BEE229A}"/>
              </a:ext>
            </a:extLst>
          </p:cNvPr>
          <p:cNvSpPr txBox="1"/>
          <p:nvPr/>
        </p:nvSpPr>
        <p:spPr>
          <a:xfrm>
            <a:off x="6199936" y="6349715"/>
            <a:ext cx="4769473" cy="307777"/>
          </a:xfrm>
          <a:prstGeom prst="rect">
            <a:avLst/>
          </a:prstGeom>
          <a:noFill/>
        </p:spPr>
        <p:txBody>
          <a:bodyPr wrap="square">
            <a:spAutoFit/>
          </a:bodyPr>
          <a:lstStyle/>
          <a:p>
            <a:pPr algn="ctr"/>
            <a:r>
              <a:rPr lang="vi-VN" sz="1400" b="1" i="1">
                <a:latin typeface="Arial" panose="020B0604020202020204" pitchFamily="34" charset="0"/>
                <a:cs typeface="Arial" panose="020B0604020202020204" pitchFamily="34" charset="0"/>
              </a:rPr>
              <a:t>APB Waiting State Controller</a:t>
            </a:r>
            <a:endParaRPr lang="en-US" sz="1400" b="1" i="1" dirty="0">
              <a:latin typeface="Arial" panose="020B0604020202020204" pitchFamily="34" charset="0"/>
              <a:cs typeface="Arial" panose="020B0604020202020204" pitchFamily="34" charset="0"/>
            </a:endParaRPr>
          </a:p>
        </p:txBody>
      </p:sp>
      <p:sp>
        <p:nvSpPr>
          <p:cNvPr id="13" name="TextBox 12">
            <a:extLst>
              <a:ext uri="{FF2B5EF4-FFF2-40B4-BE49-F238E27FC236}">
                <a16:creationId xmlns:a16="http://schemas.microsoft.com/office/drawing/2014/main" id="{BE437476-6F2D-CAF1-6D52-F9C1C87FEF86}"/>
              </a:ext>
            </a:extLst>
          </p:cNvPr>
          <p:cNvSpPr txBox="1"/>
          <p:nvPr/>
        </p:nvSpPr>
        <p:spPr>
          <a:xfrm>
            <a:off x="6988445" y="3433158"/>
            <a:ext cx="3192453" cy="307777"/>
          </a:xfrm>
          <a:prstGeom prst="rect">
            <a:avLst/>
          </a:prstGeom>
          <a:noFill/>
        </p:spPr>
        <p:txBody>
          <a:bodyPr wrap="square">
            <a:spAutoFit/>
          </a:bodyPr>
          <a:lstStyle/>
          <a:p>
            <a:pPr algn="ctr"/>
            <a:r>
              <a:rPr lang="vi-VN" sz="1400" b="1" i="1" dirty="0">
                <a:latin typeface="Arial" panose="020B0604020202020204" pitchFamily="34" charset="0"/>
                <a:cs typeface="Arial" panose="020B0604020202020204" pitchFamily="34" charset="0"/>
              </a:rPr>
              <a:t>APB Signal Controller</a:t>
            </a:r>
            <a:endParaRPr lang="en-US" sz="1400" b="1" i="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01438269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F5BE582-544A-C958-0A16-A73B46D67BDC}"/>
            </a:ext>
          </a:extLst>
        </p:cNvPr>
        <p:cNvGrpSpPr/>
        <p:nvPr/>
      </p:nvGrpSpPr>
      <p:grpSpPr>
        <a:xfrm>
          <a:off x="0" y="0"/>
          <a:ext cx="0" cy="0"/>
          <a:chOff x="0" y="0"/>
          <a:chExt cx="0" cy="0"/>
        </a:xfrm>
      </p:grpSpPr>
      <p:sp useBgFill="1">
        <p:nvSpPr>
          <p:cNvPr id="36" name="Rectangle 35">
            <a:extLst>
              <a:ext uri="{FF2B5EF4-FFF2-40B4-BE49-F238E27FC236}">
                <a16:creationId xmlns:a16="http://schemas.microsoft.com/office/drawing/2014/main" id="{566C50D8-C540-9C4F-FC34-2A805CA6CA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4" name="Picture 3" descr="A mosaic of colorful geometric shapes">
            <a:extLst>
              <a:ext uri="{FF2B5EF4-FFF2-40B4-BE49-F238E27FC236}">
                <a16:creationId xmlns:a16="http://schemas.microsoft.com/office/drawing/2014/main" id="{BD077E4C-3DD2-077F-D6B0-DE197431CCC5}"/>
              </a:ext>
            </a:extLst>
          </p:cNvPr>
          <p:cNvPicPr>
            <a:picLocks noChangeAspect="1"/>
          </p:cNvPicPr>
          <p:nvPr/>
        </p:nvPicPr>
        <p:blipFill>
          <a:blip r:embed="rId2"/>
          <a:srcRect t="17309" r="-1" b="3999"/>
          <a:stretch>
            <a:fillRect/>
          </a:stretch>
        </p:blipFill>
        <p:spPr>
          <a:xfrm>
            <a:off x="20" y="10"/>
            <a:ext cx="12188932" cy="6857990"/>
          </a:xfrm>
          <a:prstGeom prst="rect">
            <a:avLst/>
          </a:prstGeom>
        </p:spPr>
      </p:pic>
      <p:sp>
        <p:nvSpPr>
          <p:cNvPr id="38" name="Rectangle 37">
            <a:extLst>
              <a:ext uri="{FF2B5EF4-FFF2-40B4-BE49-F238E27FC236}">
                <a16:creationId xmlns:a16="http://schemas.microsoft.com/office/drawing/2014/main" id="{D38D0DBD-9B47-C8CF-6772-E8E566C0D39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389239" y="-389238"/>
            <a:ext cx="6858000" cy="7636476"/>
          </a:xfrm>
          <a:prstGeom prst="rect">
            <a:avLst/>
          </a:prstGeom>
          <a:gradFill>
            <a:gsLst>
              <a:gs pos="100000">
                <a:srgbClr val="000000">
                  <a:alpha val="0"/>
                </a:srgbClr>
              </a:gs>
              <a:gs pos="0">
                <a:schemeClr val="tx1"/>
              </a:gs>
              <a:gs pos="0">
                <a:srgbClr val="000000">
                  <a:alpha val="70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Rectangle 39">
            <a:extLst>
              <a:ext uri="{FF2B5EF4-FFF2-40B4-BE49-F238E27FC236}">
                <a16:creationId xmlns:a16="http://schemas.microsoft.com/office/drawing/2014/main" id="{AB87FB3B-7527-4F45-FBAC-8CA24C6CBC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508090"/>
            <a:ext cx="5021183" cy="149279"/>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Rectangle 41">
            <a:extLst>
              <a:ext uri="{FF2B5EF4-FFF2-40B4-BE49-F238E27FC236}">
                <a16:creationId xmlns:a16="http://schemas.microsoft.com/office/drawing/2014/main" id="{65A095D9-2A36-F449-F68E-061B9BB5B0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524" y="3205874"/>
            <a:ext cx="12188952" cy="3652125"/>
          </a:xfrm>
          <a:prstGeom prst="rect">
            <a:avLst/>
          </a:prstGeom>
          <a:gradFill>
            <a:gsLst>
              <a:gs pos="100000">
                <a:srgbClr val="000000">
                  <a:alpha val="0"/>
                </a:srgbClr>
              </a:gs>
              <a:gs pos="0">
                <a:schemeClr val="tx1"/>
              </a:gs>
              <a:gs pos="0">
                <a:srgbClr val="000000">
                  <a:alpha val="70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BC691BC-AA4F-3FD2-DE12-2A68D6D13395}"/>
              </a:ext>
            </a:extLst>
          </p:cNvPr>
          <p:cNvSpPr>
            <a:spLocks noGrp="1"/>
          </p:cNvSpPr>
          <p:nvPr>
            <p:ph type="ctrTitle"/>
          </p:nvPr>
        </p:nvSpPr>
        <p:spPr>
          <a:xfrm>
            <a:off x="517870" y="978408"/>
            <a:ext cx="5021182" cy="2620670"/>
          </a:xfrm>
        </p:spPr>
        <p:txBody>
          <a:bodyPr anchor="t">
            <a:normAutofit/>
          </a:bodyPr>
          <a:lstStyle/>
          <a:p>
            <a:r>
              <a:rPr lang="vi-VN" sz="4000" dirty="0">
                <a:solidFill>
                  <a:srgbClr val="FFFFFF"/>
                </a:solidFill>
              </a:rPr>
              <a:t>3. Design Verification</a:t>
            </a:r>
            <a:endParaRPr lang="en-US" sz="4000" dirty="0">
              <a:solidFill>
                <a:srgbClr val="FFFFFF"/>
              </a:solidFill>
            </a:endParaRPr>
          </a:p>
        </p:txBody>
      </p:sp>
      <p:sp>
        <p:nvSpPr>
          <p:cNvPr id="3" name="Subtitle 2">
            <a:extLst>
              <a:ext uri="{FF2B5EF4-FFF2-40B4-BE49-F238E27FC236}">
                <a16:creationId xmlns:a16="http://schemas.microsoft.com/office/drawing/2014/main" id="{7D114B15-6C17-D469-6E68-E8886CCEFF1D}"/>
              </a:ext>
            </a:extLst>
          </p:cNvPr>
          <p:cNvSpPr>
            <a:spLocks noGrp="1"/>
          </p:cNvSpPr>
          <p:nvPr>
            <p:ph type="subTitle" idx="1"/>
          </p:nvPr>
        </p:nvSpPr>
        <p:spPr>
          <a:xfrm>
            <a:off x="6652366" y="4108182"/>
            <a:ext cx="5040785" cy="1828799"/>
          </a:xfrm>
        </p:spPr>
        <p:txBody>
          <a:bodyPr anchor="b">
            <a:normAutofit/>
          </a:bodyPr>
          <a:lstStyle/>
          <a:p>
            <a:r>
              <a:rPr lang="en-US" sz="1600" b="1">
                <a:solidFill>
                  <a:srgbClr val="FFFFFF"/>
                </a:solidFill>
              </a:rPr>
              <a:t>Digital VLSI Design </a:t>
            </a:r>
          </a:p>
          <a:p>
            <a:r>
              <a:rPr lang="en-US" sz="1600" b="1">
                <a:solidFill>
                  <a:srgbClr val="FFFFFF"/>
                </a:solidFill>
              </a:rPr>
              <a:t>Actor: Hoang Bao Long</a:t>
            </a:r>
          </a:p>
        </p:txBody>
      </p:sp>
      <p:sp>
        <p:nvSpPr>
          <p:cNvPr id="7" name="Footer Placeholder 6">
            <a:extLst>
              <a:ext uri="{FF2B5EF4-FFF2-40B4-BE49-F238E27FC236}">
                <a16:creationId xmlns:a16="http://schemas.microsoft.com/office/drawing/2014/main" id="{339856D7-D695-4F4E-5509-FBD6571ADA3F}"/>
              </a:ext>
            </a:extLst>
          </p:cNvPr>
          <p:cNvSpPr>
            <a:spLocks noGrp="1"/>
          </p:cNvSpPr>
          <p:nvPr>
            <p:ph type="ftr" sz="quarter" idx="11"/>
          </p:nvPr>
        </p:nvSpPr>
        <p:spPr>
          <a:xfrm>
            <a:off x="521208" y="100584"/>
            <a:ext cx="4114800" cy="365125"/>
          </a:xfrm>
        </p:spPr>
        <p:txBody>
          <a:bodyPr>
            <a:normAutofit/>
          </a:bodyPr>
          <a:lstStyle/>
          <a:p>
            <a:pPr>
              <a:spcAft>
                <a:spcPts val="600"/>
              </a:spcAft>
            </a:pPr>
            <a:r>
              <a:rPr lang="en-US">
                <a:solidFill>
                  <a:srgbClr val="FFFFFF"/>
                </a:solidFill>
              </a:rPr>
              <a:t>@copyright Hoang Bao Long</a:t>
            </a:r>
          </a:p>
        </p:txBody>
      </p:sp>
      <p:sp>
        <p:nvSpPr>
          <p:cNvPr id="44" name="Rectangle 43">
            <a:extLst>
              <a:ext uri="{FF2B5EF4-FFF2-40B4-BE49-F238E27FC236}">
                <a16:creationId xmlns:a16="http://schemas.microsoft.com/office/drawing/2014/main" id="{78242216-717D-0050-1140-9A4A5F15F84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62168" y="6300289"/>
            <a:ext cx="5021183" cy="45719"/>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Date Placeholder 5">
            <a:extLst>
              <a:ext uri="{FF2B5EF4-FFF2-40B4-BE49-F238E27FC236}">
                <a16:creationId xmlns:a16="http://schemas.microsoft.com/office/drawing/2014/main" id="{3C655A70-2D04-BD06-BBDB-EA32B84A8A18}"/>
              </a:ext>
            </a:extLst>
          </p:cNvPr>
          <p:cNvSpPr>
            <a:spLocks noGrp="1"/>
          </p:cNvSpPr>
          <p:nvPr>
            <p:ph type="dt" sz="half" idx="10"/>
          </p:nvPr>
        </p:nvSpPr>
        <p:spPr>
          <a:xfrm>
            <a:off x="521208" y="6419088"/>
            <a:ext cx="2743200" cy="365125"/>
          </a:xfrm>
        </p:spPr>
        <p:txBody>
          <a:bodyPr>
            <a:normAutofit/>
          </a:bodyPr>
          <a:lstStyle/>
          <a:p>
            <a:pPr>
              <a:spcAft>
                <a:spcPts val="600"/>
              </a:spcAft>
            </a:pPr>
            <a:fld id="{B55A5261-39B1-4A8C-A07E-5B00042C19C9}" type="datetime1">
              <a:rPr lang="en-US" smtClean="0">
                <a:solidFill>
                  <a:srgbClr val="FFFFFF"/>
                </a:solidFill>
              </a:rPr>
              <a:t>7/16/2026</a:t>
            </a:fld>
            <a:endParaRPr lang="en-US">
              <a:solidFill>
                <a:srgbClr val="FFFFFF"/>
              </a:solidFill>
            </a:endParaRPr>
          </a:p>
        </p:txBody>
      </p:sp>
      <p:sp>
        <p:nvSpPr>
          <p:cNvPr id="5" name="Slide Number Placeholder 4">
            <a:extLst>
              <a:ext uri="{FF2B5EF4-FFF2-40B4-BE49-F238E27FC236}">
                <a16:creationId xmlns:a16="http://schemas.microsoft.com/office/drawing/2014/main" id="{1E3FDA09-91C3-8095-EFBF-99AD0888AB0D}"/>
              </a:ext>
            </a:extLst>
          </p:cNvPr>
          <p:cNvSpPr>
            <a:spLocks noGrp="1"/>
          </p:cNvSpPr>
          <p:nvPr>
            <p:ph type="sldNum" sz="quarter" idx="12"/>
          </p:nvPr>
        </p:nvSpPr>
        <p:spPr/>
        <p:txBody>
          <a:bodyPr/>
          <a:lstStyle/>
          <a:p>
            <a:fld id="{148CC95F-0247-41B6-91CF-DC97C76A7088}" type="slidenum">
              <a:rPr lang="en-US" smtClean="0"/>
              <a:t>36</a:t>
            </a:fld>
            <a:endParaRPr lang="en-US"/>
          </a:p>
        </p:txBody>
      </p:sp>
    </p:spTree>
    <p:extLst>
      <p:ext uri="{BB962C8B-B14F-4D97-AF65-F5344CB8AC3E}">
        <p14:creationId xmlns:p14="http://schemas.microsoft.com/office/powerpoint/2010/main" val="1055529569"/>
      </p:ext>
    </p:extLst>
  </p:cSld>
  <p:clrMapOvr>
    <a:overrideClrMapping bg1="dk1" tx1="lt1" bg2="dk2" tx2="lt2" accent1="accent1" accent2="accent2" accent3="accent3" accent4="accent4" accent5="accent5" accent6="accent6" hlink="hlink" folHlink="folHlink"/>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0CE8E4-384B-AAE2-7304-52031F98FEB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44500F9-3AB3-6753-46C1-0F9AA93D177B}"/>
              </a:ext>
            </a:extLst>
          </p:cNvPr>
          <p:cNvSpPr>
            <a:spLocks noGrp="1"/>
          </p:cNvSpPr>
          <p:nvPr>
            <p:ph type="title"/>
          </p:nvPr>
        </p:nvSpPr>
        <p:spPr>
          <a:xfrm>
            <a:off x="521208" y="978408"/>
            <a:ext cx="11155680" cy="585216"/>
          </a:xfrm>
        </p:spPr>
        <p:txBody>
          <a:bodyPr>
            <a:normAutofit fontScale="90000"/>
          </a:bodyPr>
          <a:lstStyle/>
          <a:p>
            <a:r>
              <a:rPr lang="vi-VN" dirty="0"/>
              <a:t>3. Design Verification</a:t>
            </a:r>
            <a:endParaRPr lang="en-US" dirty="0"/>
          </a:p>
        </p:txBody>
      </p:sp>
      <p:sp>
        <p:nvSpPr>
          <p:cNvPr id="8" name="Date Placeholder 7">
            <a:extLst>
              <a:ext uri="{FF2B5EF4-FFF2-40B4-BE49-F238E27FC236}">
                <a16:creationId xmlns:a16="http://schemas.microsoft.com/office/drawing/2014/main" id="{977AA32C-D316-0214-1D58-82DCDACAACD1}"/>
              </a:ext>
            </a:extLst>
          </p:cNvPr>
          <p:cNvSpPr>
            <a:spLocks noGrp="1"/>
          </p:cNvSpPr>
          <p:nvPr>
            <p:ph type="dt" sz="half" idx="10"/>
          </p:nvPr>
        </p:nvSpPr>
        <p:spPr/>
        <p:txBody>
          <a:bodyPr/>
          <a:lstStyle/>
          <a:p>
            <a:fld id="{780F2533-275E-428B-B3B3-9CA4281B478F}" type="datetime1">
              <a:rPr lang="en-US" smtClean="0"/>
              <a:t>7/16/2026</a:t>
            </a:fld>
            <a:endParaRPr lang="en-US"/>
          </a:p>
        </p:txBody>
      </p:sp>
      <p:sp>
        <p:nvSpPr>
          <p:cNvPr id="9" name="Footer Placeholder 8">
            <a:extLst>
              <a:ext uri="{FF2B5EF4-FFF2-40B4-BE49-F238E27FC236}">
                <a16:creationId xmlns:a16="http://schemas.microsoft.com/office/drawing/2014/main" id="{48158074-62C5-F25E-7E00-865C1B24A54E}"/>
              </a:ext>
            </a:extLst>
          </p:cNvPr>
          <p:cNvSpPr>
            <a:spLocks noGrp="1"/>
          </p:cNvSpPr>
          <p:nvPr>
            <p:ph type="ftr" sz="quarter" idx="11"/>
          </p:nvPr>
        </p:nvSpPr>
        <p:spPr/>
        <p:txBody>
          <a:bodyPr/>
          <a:lstStyle/>
          <a:p>
            <a:r>
              <a:rPr lang="en-US"/>
              <a:t>@copyright Hoang Bao Long</a:t>
            </a:r>
          </a:p>
        </p:txBody>
      </p:sp>
      <p:sp>
        <p:nvSpPr>
          <p:cNvPr id="11" name="Slide Number Placeholder 10">
            <a:extLst>
              <a:ext uri="{FF2B5EF4-FFF2-40B4-BE49-F238E27FC236}">
                <a16:creationId xmlns:a16="http://schemas.microsoft.com/office/drawing/2014/main" id="{F3AC2F22-8651-1C03-B97A-5A9E030C98BF}"/>
              </a:ext>
            </a:extLst>
          </p:cNvPr>
          <p:cNvSpPr>
            <a:spLocks noGrp="1"/>
          </p:cNvSpPr>
          <p:nvPr>
            <p:ph type="sldNum" sz="quarter" idx="12"/>
          </p:nvPr>
        </p:nvSpPr>
        <p:spPr/>
        <p:txBody>
          <a:bodyPr/>
          <a:lstStyle/>
          <a:p>
            <a:fld id="{148CC95F-0247-41B6-91CF-DC97C76A7088}" type="slidenum">
              <a:rPr lang="en-US" smtClean="0"/>
              <a:t>37</a:t>
            </a:fld>
            <a:endParaRPr lang="en-US"/>
          </a:p>
        </p:txBody>
      </p:sp>
      <p:sp>
        <p:nvSpPr>
          <p:cNvPr id="3" name="Title 1">
            <a:extLst>
              <a:ext uri="{FF2B5EF4-FFF2-40B4-BE49-F238E27FC236}">
                <a16:creationId xmlns:a16="http://schemas.microsoft.com/office/drawing/2014/main" id="{337BD2F8-9A91-242E-7CB7-E752010B5A30}"/>
              </a:ext>
            </a:extLst>
          </p:cNvPr>
          <p:cNvSpPr txBox="1">
            <a:spLocks/>
          </p:cNvSpPr>
          <p:nvPr/>
        </p:nvSpPr>
        <p:spPr>
          <a:xfrm>
            <a:off x="652270" y="1668587"/>
            <a:ext cx="11125202" cy="425190"/>
          </a:xfrm>
          <a:prstGeom prst="rect">
            <a:avLst/>
          </a:prstGeom>
        </p:spPr>
        <p:txBody>
          <a:bodyPr vert="horz" lIns="0" tIns="0" rIns="0" bIns="0" rtlCol="0" anchor="t">
            <a:noAutofit/>
          </a:bodyPr>
          <a:lstStyle>
            <a:lvl1pPr algn="l" defTabSz="914400" rtl="0" eaLnBrk="1" latinLnBrk="0" hangingPunct="1">
              <a:lnSpc>
                <a:spcPct val="100000"/>
              </a:lnSpc>
              <a:spcBef>
                <a:spcPct val="0"/>
              </a:spcBef>
              <a:buNone/>
              <a:defRPr sz="3200" b="0" kern="1200" spc="0" baseline="0">
                <a:solidFill>
                  <a:schemeClr val="tx1"/>
                </a:solidFill>
                <a:latin typeface="+mj-lt"/>
                <a:ea typeface="+mj-ea"/>
                <a:cs typeface="+mj-cs"/>
              </a:defRPr>
            </a:lvl1pPr>
          </a:lstStyle>
          <a:p>
            <a:r>
              <a:rPr lang="vi-VN" sz="2600" b="1" dirty="0"/>
              <a:t>3.1. Verification Plans</a:t>
            </a:r>
            <a:endParaRPr lang="en-US" sz="2600" b="1" dirty="0"/>
          </a:p>
        </p:txBody>
      </p:sp>
      <p:pic>
        <p:nvPicPr>
          <p:cNvPr id="6" name="Picture 5">
            <a:extLst>
              <a:ext uri="{FF2B5EF4-FFF2-40B4-BE49-F238E27FC236}">
                <a16:creationId xmlns:a16="http://schemas.microsoft.com/office/drawing/2014/main" id="{D3E7A192-6215-A2EE-D23F-9A110AD44195}"/>
              </a:ext>
            </a:extLst>
          </p:cNvPr>
          <p:cNvPicPr>
            <a:picLocks noChangeAspect="1"/>
          </p:cNvPicPr>
          <p:nvPr/>
        </p:nvPicPr>
        <p:blipFill>
          <a:blip r:embed="rId2"/>
          <a:stretch>
            <a:fillRect/>
          </a:stretch>
        </p:blipFill>
        <p:spPr>
          <a:xfrm>
            <a:off x="0" y="2076323"/>
            <a:ext cx="12192000" cy="4622989"/>
          </a:xfrm>
          <a:prstGeom prst="rect">
            <a:avLst/>
          </a:prstGeom>
        </p:spPr>
      </p:pic>
    </p:spTree>
    <p:extLst>
      <p:ext uri="{BB962C8B-B14F-4D97-AF65-F5344CB8AC3E}">
        <p14:creationId xmlns:p14="http://schemas.microsoft.com/office/powerpoint/2010/main" val="344415195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BE82AE-8051-3244-92AD-F85456B39E7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987043B-3BE0-F59E-52AC-915D8ECC53EE}"/>
              </a:ext>
            </a:extLst>
          </p:cNvPr>
          <p:cNvSpPr>
            <a:spLocks noGrp="1"/>
          </p:cNvSpPr>
          <p:nvPr>
            <p:ph type="title"/>
          </p:nvPr>
        </p:nvSpPr>
        <p:spPr>
          <a:xfrm>
            <a:off x="521208" y="978408"/>
            <a:ext cx="11155680" cy="585216"/>
          </a:xfrm>
        </p:spPr>
        <p:txBody>
          <a:bodyPr>
            <a:normAutofit fontScale="90000"/>
          </a:bodyPr>
          <a:lstStyle/>
          <a:p>
            <a:r>
              <a:rPr lang="vi-VN" dirty="0"/>
              <a:t>3. Design Verification</a:t>
            </a:r>
            <a:endParaRPr lang="en-US" dirty="0"/>
          </a:p>
        </p:txBody>
      </p:sp>
      <p:sp>
        <p:nvSpPr>
          <p:cNvPr id="8" name="Date Placeholder 7">
            <a:extLst>
              <a:ext uri="{FF2B5EF4-FFF2-40B4-BE49-F238E27FC236}">
                <a16:creationId xmlns:a16="http://schemas.microsoft.com/office/drawing/2014/main" id="{C7FF9ACA-4D50-CD10-CCF5-6D806C0F097B}"/>
              </a:ext>
            </a:extLst>
          </p:cNvPr>
          <p:cNvSpPr>
            <a:spLocks noGrp="1"/>
          </p:cNvSpPr>
          <p:nvPr>
            <p:ph type="dt" sz="half" idx="10"/>
          </p:nvPr>
        </p:nvSpPr>
        <p:spPr/>
        <p:txBody>
          <a:bodyPr/>
          <a:lstStyle/>
          <a:p>
            <a:fld id="{780F2533-275E-428B-B3B3-9CA4281B478F}" type="datetime1">
              <a:rPr lang="en-US" smtClean="0"/>
              <a:t>7/16/2026</a:t>
            </a:fld>
            <a:endParaRPr lang="en-US"/>
          </a:p>
        </p:txBody>
      </p:sp>
      <p:sp>
        <p:nvSpPr>
          <p:cNvPr id="9" name="Footer Placeholder 8">
            <a:extLst>
              <a:ext uri="{FF2B5EF4-FFF2-40B4-BE49-F238E27FC236}">
                <a16:creationId xmlns:a16="http://schemas.microsoft.com/office/drawing/2014/main" id="{434BF739-221A-FD28-BB29-DEC86D514854}"/>
              </a:ext>
            </a:extLst>
          </p:cNvPr>
          <p:cNvSpPr>
            <a:spLocks noGrp="1"/>
          </p:cNvSpPr>
          <p:nvPr>
            <p:ph type="ftr" sz="quarter" idx="11"/>
          </p:nvPr>
        </p:nvSpPr>
        <p:spPr/>
        <p:txBody>
          <a:bodyPr/>
          <a:lstStyle/>
          <a:p>
            <a:r>
              <a:rPr lang="en-US"/>
              <a:t>@copyright Hoang Bao Long</a:t>
            </a:r>
          </a:p>
        </p:txBody>
      </p:sp>
      <p:sp>
        <p:nvSpPr>
          <p:cNvPr id="11" name="Slide Number Placeholder 10">
            <a:extLst>
              <a:ext uri="{FF2B5EF4-FFF2-40B4-BE49-F238E27FC236}">
                <a16:creationId xmlns:a16="http://schemas.microsoft.com/office/drawing/2014/main" id="{41DE8D8D-86D7-922E-4413-540810A11231}"/>
              </a:ext>
            </a:extLst>
          </p:cNvPr>
          <p:cNvSpPr>
            <a:spLocks noGrp="1"/>
          </p:cNvSpPr>
          <p:nvPr>
            <p:ph type="sldNum" sz="quarter" idx="12"/>
          </p:nvPr>
        </p:nvSpPr>
        <p:spPr/>
        <p:txBody>
          <a:bodyPr/>
          <a:lstStyle/>
          <a:p>
            <a:fld id="{148CC95F-0247-41B6-91CF-DC97C76A7088}" type="slidenum">
              <a:rPr lang="en-US" smtClean="0"/>
              <a:t>38</a:t>
            </a:fld>
            <a:endParaRPr lang="en-US"/>
          </a:p>
        </p:txBody>
      </p:sp>
      <p:pic>
        <p:nvPicPr>
          <p:cNvPr id="3" name="Picture 2">
            <a:extLst>
              <a:ext uri="{FF2B5EF4-FFF2-40B4-BE49-F238E27FC236}">
                <a16:creationId xmlns:a16="http://schemas.microsoft.com/office/drawing/2014/main" id="{C582D432-E508-8CA8-AB4F-78AF39A89C8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30935" y="2521655"/>
            <a:ext cx="7330129" cy="3466465"/>
          </a:xfrm>
          <a:prstGeom prst="rect">
            <a:avLst/>
          </a:prstGeom>
          <a:noFill/>
          <a:extLst>
            <a:ext uri="{909E8E84-426E-40DD-AFC4-6F175D3DCCD1}">
              <a14:hiddenFill xmlns:a14="http://schemas.microsoft.com/office/drawing/2010/main">
                <a:solidFill>
                  <a:srgbClr val="FFFFFF"/>
                </a:solidFill>
              </a14:hiddenFill>
            </a:ext>
          </a:extLst>
        </p:spPr>
      </p:pic>
      <p:sp>
        <p:nvSpPr>
          <p:cNvPr id="4" name="Title 1">
            <a:extLst>
              <a:ext uri="{FF2B5EF4-FFF2-40B4-BE49-F238E27FC236}">
                <a16:creationId xmlns:a16="http://schemas.microsoft.com/office/drawing/2014/main" id="{816A77D6-54CB-ED4E-7A32-EF4EE2D304A2}"/>
              </a:ext>
            </a:extLst>
          </p:cNvPr>
          <p:cNvSpPr txBox="1">
            <a:spLocks/>
          </p:cNvSpPr>
          <p:nvPr/>
        </p:nvSpPr>
        <p:spPr>
          <a:xfrm>
            <a:off x="652270" y="1668587"/>
            <a:ext cx="11125202" cy="425190"/>
          </a:xfrm>
          <a:prstGeom prst="rect">
            <a:avLst/>
          </a:prstGeom>
        </p:spPr>
        <p:txBody>
          <a:bodyPr vert="horz" lIns="0" tIns="0" rIns="0" bIns="0" rtlCol="0" anchor="t">
            <a:noAutofit/>
          </a:bodyPr>
          <a:lstStyle>
            <a:lvl1pPr algn="l" defTabSz="914400" rtl="0" eaLnBrk="1" latinLnBrk="0" hangingPunct="1">
              <a:lnSpc>
                <a:spcPct val="100000"/>
              </a:lnSpc>
              <a:spcBef>
                <a:spcPct val="0"/>
              </a:spcBef>
              <a:buNone/>
              <a:defRPr sz="3200" b="0" kern="1200" spc="0" baseline="0">
                <a:solidFill>
                  <a:schemeClr val="tx1"/>
                </a:solidFill>
                <a:latin typeface="+mj-lt"/>
                <a:ea typeface="+mj-ea"/>
                <a:cs typeface="+mj-cs"/>
              </a:defRPr>
            </a:lvl1pPr>
          </a:lstStyle>
          <a:p>
            <a:r>
              <a:rPr lang="vi-VN" sz="2600" b="1" dirty="0"/>
              <a:t>3.2. Testbench environment</a:t>
            </a:r>
            <a:endParaRPr lang="en-US" sz="2600" b="1" dirty="0"/>
          </a:p>
        </p:txBody>
      </p:sp>
    </p:spTree>
    <p:extLst>
      <p:ext uri="{BB962C8B-B14F-4D97-AF65-F5344CB8AC3E}">
        <p14:creationId xmlns:p14="http://schemas.microsoft.com/office/powerpoint/2010/main" val="145158246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CC7B66-9AB3-4A19-A1A8-EFEEE1F3E18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D09CA31-0E89-ADF6-382C-0AAB2BCC1B5B}"/>
              </a:ext>
            </a:extLst>
          </p:cNvPr>
          <p:cNvSpPr>
            <a:spLocks noGrp="1"/>
          </p:cNvSpPr>
          <p:nvPr>
            <p:ph type="title"/>
          </p:nvPr>
        </p:nvSpPr>
        <p:spPr>
          <a:xfrm>
            <a:off x="521208" y="978408"/>
            <a:ext cx="11155680" cy="585216"/>
          </a:xfrm>
        </p:spPr>
        <p:txBody>
          <a:bodyPr>
            <a:normAutofit fontScale="90000"/>
          </a:bodyPr>
          <a:lstStyle/>
          <a:p>
            <a:r>
              <a:rPr lang="vi-VN" dirty="0"/>
              <a:t>3. Design Verification</a:t>
            </a:r>
            <a:endParaRPr lang="en-US" dirty="0"/>
          </a:p>
        </p:txBody>
      </p:sp>
      <p:sp>
        <p:nvSpPr>
          <p:cNvPr id="8" name="Date Placeholder 7">
            <a:extLst>
              <a:ext uri="{FF2B5EF4-FFF2-40B4-BE49-F238E27FC236}">
                <a16:creationId xmlns:a16="http://schemas.microsoft.com/office/drawing/2014/main" id="{45846D81-80B4-A67C-5EC6-7141839C8603}"/>
              </a:ext>
            </a:extLst>
          </p:cNvPr>
          <p:cNvSpPr>
            <a:spLocks noGrp="1"/>
          </p:cNvSpPr>
          <p:nvPr>
            <p:ph type="dt" sz="half" idx="10"/>
          </p:nvPr>
        </p:nvSpPr>
        <p:spPr/>
        <p:txBody>
          <a:bodyPr/>
          <a:lstStyle/>
          <a:p>
            <a:fld id="{780F2533-275E-428B-B3B3-9CA4281B478F}" type="datetime1">
              <a:rPr lang="en-US" smtClean="0"/>
              <a:t>7/16/2026</a:t>
            </a:fld>
            <a:endParaRPr lang="en-US"/>
          </a:p>
        </p:txBody>
      </p:sp>
      <p:sp>
        <p:nvSpPr>
          <p:cNvPr id="9" name="Footer Placeholder 8">
            <a:extLst>
              <a:ext uri="{FF2B5EF4-FFF2-40B4-BE49-F238E27FC236}">
                <a16:creationId xmlns:a16="http://schemas.microsoft.com/office/drawing/2014/main" id="{72AD2CA7-1F11-7197-ACB0-A104ABCFDC44}"/>
              </a:ext>
            </a:extLst>
          </p:cNvPr>
          <p:cNvSpPr>
            <a:spLocks noGrp="1"/>
          </p:cNvSpPr>
          <p:nvPr>
            <p:ph type="ftr" sz="quarter" idx="11"/>
          </p:nvPr>
        </p:nvSpPr>
        <p:spPr/>
        <p:txBody>
          <a:bodyPr/>
          <a:lstStyle/>
          <a:p>
            <a:r>
              <a:rPr lang="en-US"/>
              <a:t>@copyright Hoang Bao Long</a:t>
            </a:r>
          </a:p>
        </p:txBody>
      </p:sp>
      <p:sp>
        <p:nvSpPr>
          <p:cNvPr id="11" name="Slide Number Placeholder 10">
            <a:extLst>
              <a:ext uri="{FF2B5EF4-FFF2-40B4-BE49-F238E27FC236}">
                <a16:creationId xmlns:a16="http://schemas.microsoft.com/office/drawing/2014/main" id="{741E7106-B803-05D1-45DA-634911AF2042}"/>
              </a:ext>
            </a:extLst>
          </p:cNvPr>
          <p:cNvSpPr>
            <a:spLocks noGrp="1"/>
          </p:cNvSpPr>
          <p:nvPr>
            <p:ph type="sldNum" sz="quarter" idx="12"/>
          </p:nvPr>
        </p:nvSpPr>
        <p:spPr/>
        <p:txBody>
          <a:bodyPr/>
          <a:lstStyle/>
          <a:p>
            <a:fld id="{148CC95F-0247-41B6-91CF-DC97C76A7088}" type="slidenum">
              <a:rPr lang="en-US" smtClean="0"/>
              <a:t>39</a:t>
            </a:fld>
            <a:endParaRPr lang="en-US"/>
          </a:p>
        </p:txBody>
      </p:sp>
      <p:sp>
        <p:nvSpPr>
          <p:cNvPr id="3" name="Title 1">
            <a:extLst>
              <a:ext uri="{FF2B5EF4-FFF2-40B4-BE49-F238E27FC236}">
                <a16:creationId xmlns:a16="http://schemas.microsoft.com/office/drawing/2014/main" id="{E837D52B-8A60-4420-87F0-0E6F1F091EB0}"/>
              </a:ext>
            </a:extLst>
          </p:cNvPr>
          <p:cNvSpPr txBox="1">
            <a:spLocks/>
          </p:cNvSpPr>
          <p:nvPr/>
        </p:nvSpPr>
        <p:spPr>
          <a:xfrm>
            <a:off x="652270" y="1668587"/>
            <a:ext cx="11125202" cy="425190"/>
          </a:xfrm>
          <a:prstGeom prst="rect">
            <a:avLst/>
          </a:prstGeom>
        </p:spPr>
        <p:txBody>
          <a:bodyPr vert="horz" lIns="0" tIns="0" rIns="0" bIns="0" rtlCol="0" anchor="t">
            <a:noAutofit/>
          </a:bodyPr>
          <a:lstStyle>
            <a:lvl1pPr algn="l" defTabSz="914400" rtl="0" eaLnBrk="1" latinLnBrk="0" hangingPunct="1">
              <a:lnSpc>
                <a:spcPct val="100000"/>
              </a:lnSpc>
              <a:spcBef>
                <a:spcPct val="0"/>
              </a:spcBef>
              <a:buNone/>
              <a:defRPr sz="3200" b="0" kern="1200" spc="0" baseline="0">
                <a:solidFill>
                  <a:schemeClr val="tx1"/>
                </a:solidFill>
                <a:latin typeface="+mj-lt"/>
                <a:ea typeface="+mj-ea"/>
                <a:cs typeface="+mj-cs"/>
              </a:defRPr>
            </a:lvl1pPr>
          </a:lstStyle>
          <a:p>
            <a:r>
              <a:rPr lang="vi-VN" sz="2600" b="1" dirty="0"/>
              <a:t>3.2. Testbench environment</a:t>
            </a:r>
            <a:endParaRPr lang="en-US" sz="2600" b="1" dirty="0"/>
          </a:p>
        </p:txBody>
      </p:sp>
      <p:pic>
        <p:nvPicPr>
          <p:cNvPr id="5" name="Picture 4">
            <a:extLst>
              <a:ext uri="{FF2B5EF4-FFF2-40B4-BE49-F238E27FC236}">
                <a16:creationId xmlns:a16="http://schemas.microsoft.com/office/drawing/2014/main" id="{8D079FB0-541F-A1D6-7B78-16F2E213FB0D}"/>
              </a:ext>
            </a:extLst>
          </p:cNvPr>
          <p:cNvPicPr>
            <a:picLocks noChangeAspect="1"/>
          </p:cNvPicPr>
          <p:nvPr/>
        </p:nvPicPr>
        <p:blipFill>
          <a:blip r:embed="rId2"/>
          <a:stretch>
            <a:fillRect/>
          </a:stretch>
        </p:blipFill>
        <p:spPr>
          <a:xfrm>
            <a:off x="1154421" y="2529958"/>
            <a:ext cx="2848373" cy="2791215"/>
          </a:xfrm>
          <a:prstGeom prst="rect">
            <a:avLst/>
          </a:prstGeom>
        </p:spPr>
      </p:pic>
      <p:pic>
        <p:nvPicPr>
          <p:cNvPr id="7" name="Picture 6">
            <a:extLst>
              <a:ext uri="{FF2B5EF4-FFF2-40B4-BE49-F238E27FC236}">
                <a16:creationId xmlns:a16="http://schemas.microsoft.com/office/drawing/2014/main" id="{DBBBBF59-2922-A809-4B54-C0977D20BC4E}"/>
              </a:ext>
            </a:extLst>
          </p:cNvPr>
          <p:cNvPicPr>
            <a:picLocks noChangeAspect="1"/>
          </p:cNvPicPr>
          <p:nvPr/>
        </p:nvPicPr>
        <p:blipFill>
          <a:blip r:embed="rId3"/>
          <a:stretch>
            <a:fillRect/>
          </a:stretch>
        </p:blipFill>
        <p:spPr>
          <a:xfrm>
            <a:off x="7312784" y="3596906"/>
            <a:ext cx="3724795" cy="657317"/>
          </a:xfrm>
          <a:prstGeom prst="rect">
            <a:avLst/>
          </a:prstGeom>
        </p:spPr>
      </p:pic>
    </p:spTree>
    <p:extLst>
      <p:ext uri="{BB962C8B-B14F-4D97-AF65-F5344CB8AC3E}">
        <p14:creationId xmlns:p14="http://schemas.microsoft.com/office/powerpoint/2010/main" val="258929112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5E9D6E-2876-F027-9492-8E15903C220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E67A4F6-424D-BA8B-0449-379A8802A7DC}"/>
              </a:ext>
            </a:extLst>
          </p:cNvPr>
          <p:cNvSpPr>
            <a:spLocks noGrp="1"/>
          </p:cNvSpPr>
          <p:nvPr>
            <p:ph type="title"/>
          </p:nvPr>
        </p:nvSpPr>
        <p:spPr>
          <a:xfrm>
            <a:off x="521208" y="978408"/>
            <a:ext cx="11155680" cy="585216"/>
          </a:xfrm>
        </p:spPr>
        <p:txBody>
          <a:bodyPr>
            <a:normAutofit fontScale="90000"/>
          </a:bodyPr>
          <a:lstStyle/>
          <a:p>
            <a:r>
              <a:rPr lang="vi-VN" dirty="0"/>
              <a:t>3. Design Verification</a:t>
            </a:r>
            <a:endParaRPr lang="en-US" dirty="0"/>
          </a:p>
        </p:txBody>
      </p:sp>
      <p:sp>
        <p:nvSpPr>
          <p:cNvPr id="8" name="Date Placeholder 7">
            <a:extLst>
              <a:ext uri="{FF2B5EF4-FFF2-40B4-BE49-F238E27FC236}">
                <a16:creationId xmlns:a16="http://schemas.microsoft.com/office/drawing/2014/main" id="{1CA48E16-E0F8-4999-9233-F4BD98DF4B8E}"/>
              </a:ext>
            </a:extLst>
          </p:cNvPr>
          <p:cNvSpPr>
            <a:spLocks noGrp="1"/>
          </p:cNvSpPr>
          <p:nvPr>
            <p:ph type="dt" sz="half" idx="10"/>
          </p:nvPr>
        </p:nvSpPr>
        <p:spPr/>
        <p:txBody>
          <a:bodyPr/>
          <a:lstStyle/>
          <a:p>
            <a:fld id="{780F2533-275E-428B-B3B3-9CA4281B478F}" type="datetime1">
              <a:rPr lang="en-US" smtClean="0"/>
              <a:t>7/16/2026</a:t>
            </a:fld>
            <a:endParaRPr lang="en-US"/>
          </a:p>
        </p:txBody>
      </p:sp>
      <p:sp>
        <p:nvSpPr>
          <p:cNvPr id="9" name="Footer Placeholder 8">
            <a:extLst>
              <a:ext uri="{FF2B5EF4-FFF2-40B4-BE49-F238E27FC236}">
                <a16:creationId xmlns:a16="http://schemas.microsoft.com/office/drawing/2014/main" id="{8C5945FB-4390-A8F8-A1F5-29EF0461CCFF}"/>
              </a:ext>
            </a:extLst>
          </p:cNvPr>
          <p:cNvSpPr>
            <a:spLocks noGrp="1"/>
          </p:cNvSpPr>
          <p:nvPr>
            <p:ph type="ftr" sz="quarter" idx="11"/>
          </p:nvPr>
        </p:nvSpPr>
        <p:spPr/>
        <p:txBody>
          <a:bodyPr/>
          <a:lstStyle/>
          <a:p>
            <a:r>
              <a:rPr lang="en-US"/>
              <a:t>@copyright Hoang Bao Long</a:t>
            </a:r>
          </a:p>
        </p:txBody>
      </p:sp>
      <p:sp>
        <p:nvSpPr>
          <p:cNvPr id="11" name="Slide Number Placeholder 10">
            <a:extLst>
              <a:ext uri="{FF2B5EF4-FFF2-40B4-BE49-F238E27FC236}">
                <a16:creationId xmlns:a16="http://schemas.microsoft.com/office/drawing/2014/main" id="{49F138BB-0685-503E-FE55-F0B9AD3790A6}"/>
              </a:ext>
            </a:extLst>
          </p:cNvPr>
          <p:cNvSpPr>
            <a:spLocks noGrp="1"/>
          </p:cNvSpPr>
          <p:nvPr>
            <p:ph type="sldNum" sz="quarter" idx="12"/>
          </p:nvPr>
        </p:nvSpPr>
        <p:spPr/>
        <p:txBody>
          <a:bodyPr/>
          <a:lstStyle/>
          <a:p>
            <a:fld id="{148CC95F-0247-41B6-91CF-DC97C76A7088}" type="slidenum">
              <a:rPr lang="en-US" smtClean="0"/>
              <a:t>40</a:t>
            </a:fld>
            <a:endParaRPr lang="en-US"/>
          </a:p>
        </p:txBody>
      </p:sp>
      <p:sp>
        <p:nvSpPr>
          <p:cNvPr id="4" name="Title 1">
            <a:extLst>
              <a:ext uri="{FF2B5EF4-FFF2-40B4-BE49-F238E27FC236}">
                <a16:creationId xmlns:a16="http://schemas.microsoft.com/office/drawing/2014/main" id="{6815122F-5F0F-4C94-7665-B4448703316A}"/>
              </a:ext>
            </a:extLst>
          </p:cNvPr>
          <p:cNvSpPr txBox="1">
            <a:spLocks/>
          </p:cNvSpPr>
          <p:nvPr/>
        </p:nvSpPr>
        <p:spPr>
          <a:xfrm>
            <a:off x="652270" y="1668587"/>
            <a:ext cx="11125202" cy="425190"/>
          </a:xfrm>
          <a:prstGeom prst="rect">
            <a:avLst/>
          </a:prstGeom>
        </p:spPr>
        <p:txBody>
          <a:bodyPr vert="horz" lIns="0" tIns="0" rIns="0" bIns="0" rtlCol="0" anchor="t">
            <a:noAutofit/>
          </a:bodyPr>
          <a:lstStyle>
            <a:lvl1pPr algn="l" defTabSz="914400" rtl="0" eaLnBrk="1" latinLnBrk="0" hangingPunct="1">
              <a:lnSpc>
                <a:spcPct val="100000"/>
              </a:lnSpc>
              <a:spcBef>
                <a:spcPct val="0"/>
              </a:spcBef>
              <a:buNone/>
              <a:defRPr sz="3200" b="0" kern="1200" spc="0" baseline="0">
                <a:solidFill>
                  <a:schemeClr val="tx1"/>
                </a:solidFill>
                <a:latin typeface="+mj-lt"/>
                <a:ea typeface="+mj-ea"/>
                <a:cs typeface="+mj-cs"/>
              </a:defRPr>
            </a:lvl1pPr>
          </a:lstStyle>
          <a:p>
            <a:r>
              <a:rPr lang="vi-VN" sz="2600" b="1" dirty="0"/>
              <a:t>3.2. Testbench environment</a:t>
            </a:r>
            <a:endParaRPr lang="en-US" sz="2600" b="1" dirty="0"/>
          </a:p>
        </p:txBody>
      </p:sp>
      <p:pic>
        <p:nvPicPr>
          <p:cNvPr id="5" name="Picture 4">
            <a:extLst>
              <a:ext uri="{FF2B5EF4-FFF2-40B4-BE49-F238E27FC236}">
                <a16:creationId xmlns:a16="http://schemas.microsoft.com/office/drawing/2014/main" id="{A70646DC-88F7-C381-5AA0-379596757BFF}"/>
              </a:ext>
            </a:extLst>
          </p:cNvPr>
          <p:cNvPicPr>
            <a:picLocks noChangeAspect="1"/>
          </p:cNvPicPr>
          <p:nvPr/>
        </p:nvPicPr>
        <p:blipFill>
          <a:blip r:embed="rId2"/>
          <a:stretch>
            <a:fillRect/>
          </a:stretch>
        </p:blipFill>
        <p:spPr>
          <a:xfrm>
            <a:off x="6327517" y="1271016"/>
            <a:ext cx="5041717" cy="5260594"/>
          </a:xfrm>
          <a:prstGeom prst="rect">
            <a:avLst/>
          </a:prstGeom>
        </p:spPr>
      </p:pic>
      <p:pic>
        <p:nvPicPr>
          <p:cNvPr id="7" name="Picture 6">
            <a:extLst>
              <a:ext uri="{FF2B5EF4-FFF2-40B4-BE49-F238E27FC236}">
                <a16:creationId xmlns:a16="http://schemas.microsoft.com/office/drawing/2014/main" id="{115AB286-0237-C912-2598-34F78927562B}"/>
              </a:ext>
            </a:extLst>
          </p:cNvPr>
          <p:cNvPicPr>
            <a:picLocks noChangeAspect="1"/>
          </p:cNvPicPr>
          <p:nvPr/>
        </p:nvPicPr>
        <p:blipFill>
          <a:blip r:embed="rId3"/>
          <a:stretch>
            <a:fillRect/>
          </a:stretch>
        </p:blipFill>
        <p:spPr>
          <a:xfrm>
            <a:off x="1676834" y="3191908"/>
            <a:ext cx="2495898" cy="1181265"/>
          </a:xfrm>
          <a:prstGeom prst="rect">
            <a:avLst/>
          </a:prstGeom>
        </p:spPr>
      </p:pic>
    </p:spTree>
    <p:extLst>
      <p:ext uri="{BB962C8B-B14F-4D97-AF65-F5344CB8AC3E}">
        <p14:creationId xmlns:p14="http://schemas.microsoft.com/office/powerpoint/2010/main" val="278406051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07CC42B-FF85-2EC6-8D7C-D7D362CCFFA5}"/>
            </a:ext>
          </a:extLst>
        </p:cNvPr>
        <p:cNvGrpSpPr/>
        <p:nvPr/>
      </p:nvGrpSpPr>
      <p:grpSpPr>
        <a:xfrm>
          <a:off x="0" y="0"/>
          <a:ext cx="0" cy="0"/>
          <a:chOff x="0" y="0"/>
          <a:chExt cx="0" cy="0"/>
        </a:xfrm>
      </p:grpSpPr>
      <p:sp useBgFill="1">
        <p:nvSpPr>
          <p:cNvPr id="36" name="Rectangle 35">
            <a:extLst>
              <a:ext uri="{FF2B5EF4-FFF2-40B4-BE49-F238E27FC236}">
                <a16:creationId xmlns:a16="http://schemas.microsoft.com/office/drawing/2014/main" id="{5BC6C4BF-C5EA-B223-C6A4-B32BA79869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4" name="Picture 3" descr="A mosaic of colorful geometric shapes">
            <a:extLst>
              <a:ext uri="{FF2B5EF4-FFF2-40B4-BE49-F238E27FC236}">
                <a16:creationId xmlns:a16="http://schemas.microsoft.com/office/drawing/2014/main" id="{55C293C3-C454-51AC-7228-785FF7526AE9}"/>
              </a:ext>
            </a:extLst>
          </p:cNvPr>
          <p:cNvPicPr>
            <a:picLocks noChangeAspect="1"/>
          </p:cNvPicPr>
          <p:nvPr/>
        </p:nvPicPr>
        <p:blipFill>
          <a:blip r:embed="rId2"/>
          <a:srcRect t="17309" r="-1" b="3999"/>
          <a:stretch>
            <a:fillRect/>
          </a:stretch>
        </p:blipFill>
        <p:spPr>
          <a:xfrm>
            <a:off x="20" y="10"/>
            <a:ext cx="12188932" cy="6857990"/>
          </a:xfrm>
          <a:prstGeom prst="rect">
            <a:avLst/>
          </a:prstGeom>
        </p:spPr>
      </p:pic>
      <p:sp>
        <p:nvSpPr>
          <p:cNvPr id="38" name="Rectangle 37">
            <a:extLst>
              <a:ext uri="{FF2B5EF4-FFF2-40B4-BE49-F238E27FC236}">
                <a16:creationId xmlns:a16="http://schemas.microsoft.com/office/drawing/2014/main" id="{E13DA17E-4DB8-CF90-0ABF-789472B313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389239" y="-389238"/>
            <a:ext cx="6858000" cy="7636476"/>
          </a:xfrm>
          <a:prstGeom prst="rect">
            <a:avLst/>
          </a:prstGeom>
          <a:gradFill>
            <a:gsLst>
              <a:gs pos="100000">
                <a:srgbClr val="000000">
                  <a:alpha val="0"/>
                </a:srgbClr>
              </a:gs>
              <a:gs pos="0">
                <a:schemeClr val="tx1"/>
              </a:gs>
              <a:gs pos="0">
                <a:srgbClr val="000000">
                  <a:alpha val="70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Rectangle 39">
            <a:extLst>
              <a:ext uri="{FF2B5EF4-FFF2-40B4-BE49-F238E27FC236}">
                <a16:creationId xmlns:a16="http://schemas.microsoft.com/office/drawing/2014/main" id="{62438817-C3A5-DB7C-3EA0-38793C3DCA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508090"/>
            <a:ext cx="5021183" cy="149279"/>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Rectangle 41">
            <a:extLst>
              <a:ext uri="{FF2B5EF4-FFF2-40B4-BE49-F238E27FC236}">
                <a16:creationId xmlns:a16="http://schemas.microsoft.com/office/drawing/2014/main" id="{DF6BC27D-0883-0401-32D2-5262806B93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524" y="3205874"/>
            <a:ext cx="12188952" cy="3652125"/>
          </a:xfrm>
          <a:prstGeom prst="rect">
            <a:avLst/>
          </a:prstGeom>
          <a:gradFill>
            <a:gsLst>
              <a:gs pos="100000">
                <a:srgbClr val="000000">
                  <a:alpha val="0"/>
                </a:srgbClr>
              </a:gs>
              <a:gs pos="0">
                <a:schemeClr val="tx1"/>
              </a:gs>
              <a:gs pos="0">
                <a:srgbClr val="000000">
                  <a:alpha val="70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2CA38A7-CF6E-8FB1-FE90-EA6D526FC57B}"/>
              </a:ext>
            </a:extLst>
          </p:cNvPr>
          <p:cNvSpPr>
            <a:spLocks noGrp="1"/>
          </p:cNvSpPr>
          <p:nvPr>
            <p:ph type="ctrTitle"/>
          </p:nvPr>
        </p:nvSpPr>
        <p:spPr>
          <a:xfrm>
            <a:off x="517870" y="978408"/>
            <a:ext cx="5021182" cy="2620670"/>
          </a:xfrm>
        </p:spPr>
        <p:txBody>
          <a:bodyPr anchor="t">
            <a:normAutofit/>
          </a:bodyPr>
          <a:lstStyle/>
          <a:p>
            <a:r>
              <a:rPr lang="vi-VN" sz="4000" dirty="0">
                <a:solidFill>
                  <a:srgbClr val="FFFFFF"/>
                </a:solidFill>
              </a:rPr>
              <a:t>4. Verification Results</a:t>
            </a:r>
            <a:endParaRPr lang="en-US" sz="4000" dirty="0">
              <a:solidFill>
                <a:srgbClr val="FFFFFF"/>
              </a:solidFill>
            </a:endParaRPr>
          </a:p>
        </p:txBody>
      </p:sp>
      <p:sp>
        <p:nvSpPr>
          <p:cNvPr id="3" name="Subtitle 2">
            <a:extLst>
              <a:ext uri="{FF2B5EF4-FFF2-40B4-BE49-F238E27FC236}">
                <a16:creationId xmlns:a16="http://schemas.microsoft.com/office/drawing/2014/main" id="{AF73EC54-241D-3BBE-3E5D-7C3889E55561}"/>
              </a:ext>
            </a:extLst>
          </p:cNvPr>
          <p:cNvSpPr>
            <a:spLocks noGrp="1"/>
          </p:cNvSpPr>
          <p:nvPr>
            <p:ph type="subTitle" idx="1"/>
          </p:nvPr>
        </p:nvSpPr>
        <p:spPr>
          <a:xfrm>
            <a:off x="6652366" y="4108182"/>
            <a:ext cx="5040785" cy="1828799"/>
          </a:xfrm>
        </p:spPr>
        <p:txBody>
          <a:bodyPr anchor="b">
            <a:normAutofit/>
          </a:bodyPr>
          <a:lstStyle/>
          <a:p>
            <a:r>
              <a:rPr lang="en-US" sz="1600" b="1">
                <a:solidFill>
                  <a:srgbClr val="FFFFFF"/>
                </a:solidFill>
              </a:rPr>
              <a:t>Digital VLSI Design </a:t>
            </a:r>
          </a:p>
          <a:p>
            <a:r>
              <a:rPr lang="en-US" sz="1600" b="1">
                <a:solidFill>
                  <a:srgbClr val="FFFFFF"/>
                </a:solidFill>
              </a:rPr>
              <a:t>Actor: Hoang Bao Long</a:t>
            </a:r>
          </a:p>
        </p:txBody>
      </p:sp>
      <p:sp>
        <p:nvSpPr>
          <p:cNvPr id="7" name="Footer Placeholder 6">
            <a:extLst>
              <a:ext uri="{FF2B5EF4-FFF2-40B4-BE49-F238E27FC236}">
                <a16:creationId xmlns:a16="http://schemas.microsoft.com/office/drawing/2014/main" id="{549994C3-1286-A47A-70FF-AF25888AFB1E}"/>
              </a:ext>
            </a:extLst>
          </p:cNvPr>
          <p:cNvSpPr>
            <a:spLocks noGrp="1"/>
          </p:cNvSpPr>
          <p:nvPr>
            <p:ph type="ftr" sz="quarter" idx="11"/>
          </p:nvPr>
        </p:nvSpPr>
        <p:spPr>
          <a:xfrm>
            <a:off x="521208" y="100584"/>
            <a:ext cx="4114800" cy="365125"/>
          </a:xfrm>
        </p:spPr>
        <p:txBody>
          <a:bodyPr>
            <a:normAutofit/>
          </a:bodyPr>
          <a:lstStyle/>
          <a:p>
            <a:pPr>
              <a:spcAft>
                <a:spcPts val="600"/>
              </a:spcAft>
            </a:pPr>
            <a:r>
              <a:rPr lang="en-US">
                <a:solidFill>
                  <a:srgbClr val="FFFFFF"/>
                </a:solidFill>
              </a:rPr>
              <a:t>@copyright Hoang Bao Long</a:t>
            </a:r>
          </a:p>
        </p:txBody>
      </p:sp>
      <p:sp>
        <p:nvSpPr>
          <p:cNvPr id="44" name="Rectangle 43">
            <a:extLst>
              <a:ext uri="{FF2B5EF4-FFF2-40B4-BE49-F238E27FC236}">
                <a16:creationId xmlns:a16="http://schemas.microsoft.com/office/drawing/2014/main" id="{128641F8-76EA-946E-DFDA-A1F2CB6E85C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62168" y="6300289"/>
            <a:ext cx="5021183" cy="45719"/>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Date Placeholder 5">
            <a:extLst>
              <a:ext uri="{FF2B5EF4-FFF2-40B4-BE49-F238E27FC236}">
                <a16:creationId xmlns:a16="http://schemas.microsoft.com/office/drawing/2014/main" id="{7BB436D0-1EEB-508D-D45D-10E46D37EBAF}"/>
              </a:ext>
            </a:extLst>
          </p:cNvPr>
          <p:cNvSpPr>
            <a:spLocks noGrp="1"/>
          </p:cNvSpPr>
          <p:nvPr>
            <p:ph type="dt" sz="half" idx="10"/>
          </p:nvPr>
        </p:nvSpPr>
        <p:spPr>
          <a:xfrm>
            <a:off x="521208" y="6419088"/>
            <a:ext cx="2743200" cy="365125"/>
          </a:xfrm>
        </p:spPr>
        <p:txBody>
          <a:bodyPr>
            <a:normAutofit/>
          </a:bodyPr>
          <a:lstStyle/>
          <a:p>
            <a:pPr>
              <a:spcAft>
                <a:spcPts val="600"/>
              </a:spcAft>
            </a:pPr>
            <a:fld id="{B55A5261-39B1-4A8C-A07E-5B00042C19C9}" type="datetime1">
              <a:rPr lang="en-US" smtClean="0">
                <a:solidFill>
                  <a:srgbClr val="FFFFFF"/>
                </a:solidFill>
              </a:rPr>
              <a:t>7/16/2026</a:t>
            </a:fld>
            <a:endParaRPr lang="en-US">
              <a:solidFill>
                <a:srgbClr val="FFFFFF"/>
              </a:solidFill>
            </a:endParaRPr>
          </a:p>
        </p:txBody>
      </p:sp>
      <p:sp>
        <p:nvSpPr>
          <p:cNvPr id="5" name="Slide Number Placeholder 4">
            <a:extLst>
              <a:ext uri="{FF2B5EF4-FFF2-40B4-BE49-F238E27FC236}">
                <a16:creationId xmlns:a16="http://schemas.microsoft.com/office/drawing/2014/main" id="{DB989727-A26F-B279-DFC0-B91F1C5E1BED}"/>
              </a:ext>
            </a:extLst>
          </p:cNvPr>
          <p:cNvSpPr>
            <a:spLocks noGrp="1"/>
          </p:cNvSpPr>
          <p:nvPr>
            <p:ph type="sldNum" sz="quarter" idx="12"/>
          </p:nvPr>
        </p:nvSpPr>
        <p:spPr/>
        <p:txBody>
          <a:bodyPr/>
          <a:lstStyle/>
          <a:p>
            <a:fld id="{148CC95F-0247-41B6-91CF-DC97C76A7088}" type="slidenum">
              <a:rPr lang="en-US" smtClean="0"/>
              <a:t>41</a:t>
            </a:fld>
            <a:endParaRPr lang="en-US"/>
          </a:p>
        </p:txBody>
      </p:sp>
    </p:spTree>
    <p:extLst>
      <p:ext uri="{BB962C8B-B14F-4D97-AF65-F5344CB8AC3E}">
        <p14:creationId xmlns:p14="http://schemas.microsoft.com/office/powerpoint/2010/main" val="3182156098"/>
      </p:ext>
    </p:extLst>
  </p:cSld>
  <p:clrMapOvr>
    <a:overrideClrMapping bg1="dk1" tx1="lt1" bg2="dk2" tx2="lt2" accent1="accent1" accent2="accent2" accent3="accent3" accent4="accent4" accent5="accent5" accent6="accent6" hlink="hlink" folHlink="folHlink"/>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71EE6C-9B17-28B4-A249-8F3F1CCB914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795900A-7C5E-8457-4E62-C75072A6BFCF}"/>
              </a:ext>
            </a:extLst>
          </p:cNvPr>
          <p:cNvSpPr>
            <a:spLocks noGrp="1"/>
          </p:cNvSpPr>
          <p:nvPr>
            <p:ph type="title"/>
          </p:nvPr>
        </p:nvSpPr>
        <p:spPr>
          <a:xfrm>
            <a:off x="521208" y="978408"/>
            <a:ext cx="11155680" cy="585216"/>
          </a:xfrm>
        </p:spPr>
        <p:txBody>
          <a:bodyPr>
            <a:normAutofit fontScale="90000"/>
          </a:bodyPr>
          <a:lstStyle/>
          <a:p>
            <a:r>
              <a:rPr lang="vi-VN" dirty="0"/>
              <a:t>4. Verification Results</a:t>
            </a:r>
            <a:endParaRPr lang="en-US" dirty="0"/>
          </a:p>
        </p:txBody>
      </p:sp>
      <p:sp>
        <p:nvSpPr>
          <p:cNvPr id="8" name="Date Placeholder 7">
            <a:extLst>
              <a:ext uri="{FF2B5EF4-FFF2-40B4-BE49-F238E27FC236}">
                <a16:creationId xmlns:a16="http://schemas.microsoft.com/office/drawing/2014/main" id="{C1610989-9547-92E9-36DD-C08048319B3B}"/>
              </a:ext>
            </a:extLst>
          </p:cNvPr>
          <p:cNvSpPr>
            <a:spLocks noGrp="1"/>
          </p:cNvSpPr>
          <p:nvPr>
            <p:ph type="dt" sz="half" idx="10"/>
          </p:nvPr>
        </p:nvSpPr>
        <p:spPr/>
        <p:txBody>
          <a:bodyPr/>
          <a:lstStyle/>
          <a:p>
            <a:fld id="{780F2533-275E-428B-B3B3-9CA4281B478F}" type="datetime1">
              <a:rPr lang="en-US" smtClean="0"/>
              <a:t>7/16/2026</a:t>
            </a:fld>
            <a:endParaRPr lang="en-US"/>
          </a:p>
        </p:txBody>
      </p:sp>
      <p:sp>
        <p:nvSpPr>
          <p:cNvPr id="9" name="Footer Placeholder 8">
            <a:extLst>
              <a:ext uri="{FF2B5EF4-FFF2-40B4-BE49-F238E27FC236}">
                <a16:creationId xmlns:a16="http://schemas.microsoft.com/office/drawing/2014/main" id="{675B69D4-28B8-D0BC-44F9-13A0090C03AD}"/>
              </a:ext>
            </a:extLst>
          </p:cNvPr>
          <p:cNvSpPr>
            <a:spLocks noGrp="1"/>
          </p:cNvSpPr>
          <p:nvPr>
            <p:ph type="ftr" sz="quarter" idx="11"/>
          </p:nvPr>
        </p:nvSpPr>
        <p:spPr/>
        <p:txBody>
          <a:bodyPr/>
          <a:lstStyle/>
          <a:p>
            <a:r>
              <a:rPr lang="en-US"/>
              <a:t>@copyright Hoang Bao Long</a:t>
            </a:r>
          </a:p>
        </p:txBody>
      </p:sp>
      <p:sp>
        <p:nvSpPr>
          <p:cNvPr id="11" name="Slide Number Placeholder 10">
            <a:extLst>
              <a:ext uri="{FF2B5EF4-FFF2-40B4-BE49-F238E27FC236}">
                <a16:creationId xmlns:a16="http://schemas.microsoft.com/office/drawing/2014/main" id="{2B258A3C-BE24-6B7D-4116-6C9F5F8FDB1E}"/>
              </a:ext>
            </a:extLst>
          </p:cNvPr>
          <p:cNvSpPr>
            <a:spLocks noGrp="1"/>
          </p:cNvSpPr>
          <p:nvPr>
            <p:ph type="sldNum" sz="quarter" idx="12"/>
          </p:nvPr>
        </p:nvSpPr>
        <p:spPr/>
        <p:txBody>
          <a:bodyPr/>
          <a:lstStyle/>
          <a:p>
            <a:fld id="{148CC95F-0247-41B6-91CF-DC97C76A7088}" type="slidenum">
              <a:rPr lang="en-US" smtClean="0"/>
              <a:t>42</a:t>
            </a:fld>
            <a:endParaRPr lang="en-US"/>
          </a:p>
        </p:txBody>
      </p:sp>
      <p:pic>
        <p:nvPicPr>
          <p:cNvPr id="4" name="Picture 3">
            <a:extLst>
              <a:ext uri="{FF2B5EF4-FFF2-40B4-BE49-F238E27FC236}">
                <a16:creationId xmlns:a16="http://schemas.microsoft.com/office/drawing/2014/main" id="{2F58FFED-4481-058C-DCB4-B7673A41AA7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876671"/>
            <a:ext cx="12192000" cy="3444502"/>
          </a:xfrm>
          <a:prstGeom prst="rect">
            <a:avLst/>
          </a:prstGeom>
        </p:spPr>
      </p:pic>
      <p:sp>
        <p:nvSpPr>
          <p:cNvPr id="5" name="Rectangle 4">
            <a:extLst>
              <a:ext uri="{FF2B5EF4-FFF2-40B4-BE49-F238E27FC236}">
                <a16:creationId xmlns:a16="http://schemas.microsoft.com/office/drawing/2014/main" id="{95C2C1D0-523C-73C2-082A-3DDF114B2E81}"/>
              </a:ext>
            </a:extLst>
          </p:cNvPr>
          <p:cNvSpPr/>
          <p:nvPr/>
        </p:nvSpPr>
        <p:spPr>
          <a:xfrm>
            <a:off x="2257425" y="1866900"/>
            <a:ext cx="1733550" cy="36512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84428697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35A5D0-8809-25F7-B0E7-5234FE02DAC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BF6DE7F-450F-FAF2-D8F7-C90150EA0277}"/>
              </a:ext>
            </a:extLst>
          </p:cNvPr>
          <p:cNvSpPr>
            <a:spLocks noGrp="1"/>
          </p:cNvSpPr>
          <p:nvPr>
            <p:ph type="title"/>
          </p:nvPr>
        </p:nvSpPr>
        <p:spPr>
          <a:xfrm>
            <a:off x="521208" y="978408"/>
            <a:ext cx="11155680" cy="585216"/>
          </a:xfrm>
        </p:spPr>
        <p:txBody>
          <a:bodyPr>
            <a:normAutofit fontScale="90000"/>
          </a:bodyPr>
          <a:lstStyle/>
          <a:p>
            <a:r>
              <a:rPr lang="vi-VN" dirty="0"/>
              <a:t>4. Verification Results</a:t>
            </a:r>
            <a:endParaRPr lang="en-US" dirty="0"/>
          </a:p>
        </p:txBody>
      </p:sp>
      <p:sp>
        <p:nvSpPr>
          <p:cNvPr id="8" name="Date Placeholder 7">
            <a:extLst>
              <a:ext uri="{FF2B5EF4-FFF2-40B4-BE49-F238E27FC236}">
                <a16:creationId xmlns:a16="http://schemas.microsoft.com/office/drawing/2014/main" id="{83A4FB7E-ACC9-558C-C2F3-4CE9AC495A07}"/>
              </a:ext>
            </a:extLst>
          </p:cNvPr>
          <p:cNvSpPr>
            <a:spLocks noGrp="1"/>
          </p:cNvSpPr>
          <p:nvPr>
            <p:ph type="dt" sz="half" idx="10"/>
          </p:nvPr>
        </p:nvSpPr>
        <p:spPr/>
        <p:txBody>
          <a:bodyPr/>
          <a:lstStyle/>
          <a:p>
            <a:fld id="{780F2533-275E-428B-B3B3-9CA4281B478F}" type="datetime1">
              <a:rPr lang="en-US" smtClean="0"/>
              <a:t>7/16/2026</a:t>
            </a:fld>
            <a:endParaRPr lang="en-US"/>
          </a:p>
        </p:txBody>
      </p:sp>
      <p:sp>
        <p:nvSpPr>
          <p:cNvPr id="9" name="Footer Placeholder 8">
            <a:extLst>
              <a:ext uri="{FF2B5EF4-FFF2-40B4-BE49-F238E27FC236}">
                <a16:creationId xmlns:a16="http://schemas.microsoft.com/office/drawing/2014/main" id="{D378B6F9-2426-AC11-80DC-F16F451D64F1}"/>
              </a:ext>
            </a:extLst>
          </p:cNvPr>
          <p:cNvSpPr>
            <a:spLocks noGrp="1"/>
          </p:cNvSpPr>
          <p:nvPr>
            <p:ph type="ftr" sz="quarter" idx="11"/>
          </p:nvPr>
        </p:nvSpPr>
        <p:spPr/>
        <p:txBody>
          <a:bodyPr/>
          <a:lstStyle/>
          <a:p>
            <a:r>
              <a:rPr lang="en-US"/>
              <a:t>@copyright Hoang Bao Long</a:t>
            </a:r>
          </a:p>
        </p:txBody>
      </p:sp>
      <p:sp>
        <p:nvSpPr>
          <p:cNvPr id="11" name="Slide Number Placeholder 10">
            <a:extLst>
              <a:ext uri="{FF2B5EF4-FFF2-40B4-BE49-F238E27FC236}">
                <a16:creationId xmlns:a16="http://schemas.microsoft.com/office/drawing/2014/main" id="{89D982E7-2F27-04EE-FAD9-CB1285966507}"/>
              </a:ext>
            </a:extLst>
          </p:cNvPr>
          <p:cNvSpPr>
            <a:spLocks noGrp="1"/>
          </p:cNvSpPr>
          <p:nvPr>
            <p:ph type="sldNum" sz="quarter" idx="12"/>
          </p:nvPr>
        </p:nvSpPr>
        <p:spPr/>
        <p:txBody>
          <a:bodyPr/>
          <a:lstStyle/>
          <a:p>
            <a:fld id="{148CC95F-0247-41B6-91CF-DC97C76A7088}" type="slidenum">
              <a:rPr lang="en-US" smtClean="0"/>
              <a:t>43</a:t>
            </a:fld>
            <a:endParaRPr lang="en-US"/>
          </a:p>
        </p:txBody>
      </p:sp>
      <p:pic>
        <p:nvPicPr>
          <p:cNvPr id="4" name="Picture 3">
            <a:extLst>
              <a:ext uri="{FF2B5EF4-FFF2-40B4-BE49-F238E27FC236}">
                <a16:creationId xmlns:a16="http://schemas.microsoft.com/office/drawing/2014/main" id="{3384A6A7-37B1-185B-C203-5A578494C19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675340"/>
            <a:ext cx="12192000" cy="3915882"/>
          </a:xfrm>
          <a:prstGeom prst="rect">
            <a:avLst/>
          </a:prstGeom>
        </p:spPr>
      </p:pic>
    </p:spTree>
    <p:extLst>
      <p:ext uri="{BB962C8B-B14F-4D97-AF65-F5344CB8AC3E}">
        <p14:creationId xmlns:p14="http://schemas.microsoft.com/office/powerpoint/2010/main" val="95399493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567A2A-F6A7-C561-7487-BB6A231859E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3FB050D-C590-3C23-061B-45A94B5E7A72}"/>
              </a:ext>
            </a:extLst>
          </p:cNvPr>
          <p:cNvSpPr>
            <a:spLocks noGrp="1"/>
          </p:cNvSpPr>
          <p:nvPr>
            <p:ph type="title"/>
          </p:nvPr>
        </p:nvSpPr>
        <p:spPr>
          <a:xfrm>
            <a:off x="521208" y="978408"/>
            <a:ext cx="11155680" cy="585216"/>
          </a:xfrm>
        </p:spPr>
        <p:txBody>
          <a:bodyPr>
            <a:normAutofit fontScale="90000"/>
          </a:bodyPr>
          <a:lstStyle/>
          <a:p>
            <a:r>
              <a:rPr lang="vi-VN" dirty="0"/>
              <a:t>4. Verification Results</a:t>
            </a:r>
            <a:endParaRPr lang="en-US" dirty="0"/>
          </a:p>
        </p:txBody>
      </p:sp>
      <p:sp>
        <p:nvSpPr>
          <p:cNvPr id="8" name="Date Placeholder 7">
            <a:extLst>
              <a:ext uri="{FF2B5EF4-FFF2-40B4-BE49-F238E27FC236}">
                <a16:creationId xmlns:a16="http://schemas.microsoft.com/office/drawing/2014/main" id="{942F7F8D-0914-BE5D-0DE6-2A1C5A8B47A5}"/>
              </a:ext>
            </a:extLst>
          </p:cNvPr>
          <p:cNvSpPr>
            <a:spLocks noGrp="1"/>
          </p:cNvSpPr>
          <p:nvPr>
            <p:ph type="dt" sz="half" idx="10"/>
          </p:nvPr>
        </p:nvSpPr>
        <p:spPr/>
        <p:txBody>
          <a:bodyPr/>
          <a:lstStyle/>
          <a:p>
            <a:fld id="{780F2533-275E-428B-B3B3-9CA4281B478F}" type="datetime1">
              <a:rPr lang="en-US" smtClean="0"/>
              <a:t>7/16/2026</a:t>
            </a:fld>
            <a:endParaRPr lang="en-US"/>
          </a:p>
        </p:txBody>
      </p:sp>
      <p:sp>
        <p:nvSpPr>
          <p:cNvPr id="9" name="Footer Placeholder 8">
            <a:extLst>
              <a:ext uri="{FF2B5EF4-FFF2-40B4-BE49-F238E27FC236}">
                <a16:creationId xmlns:a16="http://schemas.microsoft.com/office/drawing/2014/main" id="{ADB86CA4-8B39-680F-4515-CB0CCBB09F6A}"/>
              </a:ext>
            </a:extLst>
          </p:cNvPr>
          <p:cNvSpPr>
            <a:spLocks noGrp="1"/>
          </p:cNvSpPr>
          <p:nvPr>
            <p:ph type="ftr" sz="quarter" idx="11"/>
          </p:nvPr>
        </p:nvSpPr>
        <p:spPr/>
        <p:txBody>
          <a:bodyPr/>
          <a:lstStyle/>
          <a:p>
            <a:r>
              <a:rPr lang="en-US"/>
              <a:t>@copyright Hoang Bao Long</a:t>
            </a:r>
          </a:p>
        </p:txBody>
      </p:sp>
      <p:sp>
        <p:nvSpPr>
          <p:cNvPr id="11" name="Slide Number Placeholder 10">
            <a:extLst>
              <a:ext uri="{FF2B5EF4-FFF2-40B4-BE49-F238E27FC236}">
                <a16:creationId xmlns:a16="http://schemas.microsoft.com/office/drawing/2014/main" id="{CD112C14-07FE-32ED-B84D-77624F57538B}"/>
              </a:ext>
            </a:extLst>
          </p:cNvPr>
          <p:cNvSpPr>
            <a:spLocks noGrp="1"/>
          </p:cNvSpPr>
          <p:nvPr>
            <p:ph type="sldNum" sz="quarter" idx="12"/>
          </p:nvPr>
        </p:nvSpPr>
        <p:spPr/>
        <p:txBody>
          <a:bodyPr/>
          <a:lstStyle/>
          <a:p>
            <a:fld id="{148CC95F-0247-41B6-91CF-DC97C76A7088}" type="slidenum">
              <a:rPr lang="en-US" smtClean="0"/>
              <a:t>44</a:t>
            </a:fld>
            <a:endParaRPr lang="en-US"/>
          </a:p>
        </p:txBody>
      </p:sp>
      <p:pic>
        <p:nvPicPr>
          <p:cNvPr id="4" name="Picture 3">
            <a:extLst>
              <a:ext uri="{FF2B5EF4-FFF2-40B4-BE49-F238E27FC236}">
                <a16:creationId xmlns:a16="http://schemas.microsoft.com/office/drawing/2014/main" id="{FF79C062-F61C-5057-EF1E-4AB1C3C43A6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2927959"/>
            <a:ext cx="12192000" cy="1002082"/>
          </a:xfrm>
          <a:prstGeom prst="rect">
            <a:avLst/>
          </a:prstGeom>
        </p:spPr>
      </p:pic>
    </p:spTree>
    <p:extLst>
      <p:ext uri="{BB962C8B-B14F-4D97-AF65-F5344CB8AC3E}">
        <p14:creationId xmlns:p14="http://schemas.microsoft.com/office/powerpoint/2010/main" val="170110537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49AA75-ADBD-4E0E-08BE-7A547CF1A7B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42C5E1E-719D-A61A-3ED0-91EC43EAE30B}"/>
              </a:ext>
            </a:extLst>
          </p:cNvPr>
          <p:cNvSpPr>
            <a:spLocks noGrp="1"/>
          </p:cNvSpPr>
          <p:nvPr>
            <p:ph type="title"/>
          </p:nvPr>
        </p:nvSpPr>
        <p:spPr>
          <a:xfrm>
            <a:off x="521208" y="978408"/>
            <a:ext cx="11155680" cy="585216"/>
          </a:xfrm>
        </p:spPr>
        <p:txBody>
          <a:bodyPr>
            <a:normAutofit fontScale="90000"/>
          </a:bodyPr>
          <a:lstStyle/>
          <a:p>
            <a:r>
              <a:rPr lang="vi-VN" dirty="0"/>
              <a:t>4. Verification Results</a:t>
            </a:r>
            <a:endParaRPr lang="en-US" dirty="0"/>
          </a:p>
        </p:txBody>
      </p:sp>
      <p:sp>
        <p:nvSpPr>
          <p:cNvPr id="8" name="Date Placeholder 7">
            <a:extLst>
              <a:ext uri="{FF2B5EF4-FFF2-40B4-BE49-F238E27FC236}">
                <a16:creationId xmlns:a16="http://schemas.microsoft.com/office/drawing/2014/main" id="{07E131FB-EA1D-8A2E-A821-C507D615E1C5}"/>
              </a:ext>
            </a:extLst>
          </p:cNvPr>
          <p:cNvSpPr>
            <a:spLocks noGrp="1"/>
          </p:cNvSpPr>
          <p:nvPr>
            <p:ph type="dt" sz="half" idx="10"/>
          </p:nvPr>
        </p:nvSpPr>
        <p:spPr/>
        <p:txBody>
          <a:bodyPr/>
          <a:lstStyle/>
          <a:p>
            <a:fld id="{780F2533-275E-428B-B3B3-9CA4281B478F}" type="datetime1">
              <a:rPr lang="en-US" smtClean="0"/>
              <a:t>7/16/2026</a:t>
            </a:fld>
            <a:endParaRPr lang="en-US"/>
          </a:p>
        </p:txBody>
      </p:sp>
      <p:sp>
        <p:nvSpPr>
          <p:cNvPr id="9" name="Footer Placeholder 8">
            <a:extLst>
              <a:ext uri="{FF2B5EF4-FFF2-40B4-BE49-F238E27FC236}">
                <a16:creationId xmlns:a16="http://schemas.microsoft.com/office/drawing/2014/main" id="{1E25AB0A-5689-660D-8F77-7D370C1D4E6C}"/>
              </a:ext>
            </a:extLst>
          </p:cNvPr>
          <p:cNvSpPr>
            <a:spLocks noGrp="1"/>
          </p:cNvSpPr>
          <p:nvPr>
            <p:ph type="ftr" sz="quarter" idx="11"/>
          </p:nvPr>
        </p:nvSpPr>
        <p:spPr/>
        <p:txBody>
          <a:bodyPr/>
          <a:lstStyle/>
          <a:p>
            <a:r>
              <a:rPr lang="en-US"/>
              <a:t>@copyright Hoang Bao Long</a:t>
            </a:r>
          </a:p>
        </p:txBody>
      </p:sp>
      <p:sp>
        <p:nvSpPr>
          <p:cNvPr id="11" name="Slide Number Placeholder 10">
            <a:extLst>
              <a:ext uri="{FF2B5EF4-FFF2-40B4-BE49-F238E27FC236}">
                <a16:creationId xmlns:a16="http://schemas.microsoft.com/office/drawing/2014/main" id="{0C05FDC0-1858-E2D1-44DA-4172191193DF}"/>
              </a:ext>
            </a:extLst>
          </p:cNvPr>
          <p:cNvSpPr>
            <a:spLocks noGrp="1"/>
          </p:cNvSpPr>
          <p:nvPr>
            <p:ph type="sldNum" sz="quarter" idx="12"/>
          </p:nvPr>
        </p:nvSpPr>
        <p:spPr/>
        <p:txBody>
          <a:bodyPr/>
          <a:lstStyle/>
          <a:p>
            <a:fld id="{148CC95F-0247-41B6-91CF-DC97C76A7088}" type="slidenum">
              <a:rPr lang="en-US" smtClean="0"/>
              <a:t>45</a:t>
            </a:fld>
            <a:endParaRPr lang="en-US"/>
          </a:p>
        </p:txBody>
      </p:sp>
      <p:pic>
        <p:nvPicPr>
          <p:cNvPr id="4" name="Picture 3">
            <a:extLst>
              <a:ext uri="{FF2B5EF4-FFF2-40B4-BE49-F238E27FC236}">
                <a16:creationId xmlns:a16="http://schemas.microsoft.com/office/drawing/2014/main" id="{D7B0A89E-0A3C-421A-DEBE-7B881672DC0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14487" y="1874505"/>
            <a:ext cx="8963025" cy="4105275"/>
          </a:xfrm>
          <a:prstGeom prst="rect">
            <a:avLst/>
          </a:prstGeom>
        </p:spPr>
      </p:pic>
    </p:spTree>
    <p:extLst>
      <p:ext uri="{BB962C8B-B14F-4D97-AF65-F5344CB8AC3E}">
        <p14:creationId xmlns:p14="http://schemas.microsoft.com/office/powerpoint/2010/main" val="379563928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B6F0C2-04A8-D97E-BB52-D4EDA5F72EC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2BFF190-6F6C-C0B3-1B47-9B12A514971B}"/>
              </a:ext>
            </a:extLst>
          </p:cNvPr>
          <p:cNvSpPr>
            <a:spLocks noGrp="1"/>
          </p:cNvSpPr>
          <p:nvPr>
            <p:ph type="title"/>
          </p:nvPr>
        </p:nvSpPr>
        <p:spPr>
          <a:xfrm>
            <a:off x="521208" y="978408"/>
            <a:ext cx="11155680" cy="585216"/>
          </a:xfrm>
        </p:spPr>
        <p:txBody>
          <a:bodyPr>
            <a:normAutofit fontScale="90000"/>
          </a:bodyPr>
          <a:lstStyle/>
          <a:p>
            <a:r>
              <a:rPr lang="vi-VN" dirty="0"/>
              <a:t>4. Verification Results</a:t>
            </a:r>
            <a:endParaRPr lang="en-US" dirty="0"/>
          </a:p>
        </p:txBody>
      </p:sp>
      <p:sp>
        <p:nvSpPr>
          <p:cNvPr id="8" name="Date Placeholder 7">
            <a:extLst>
              <a:ext uri="{FF2B5EF4-FFF2-40B4-BE49-F238E27FC236}">
                <a16:creationId xmlns:a16="http://schemas.microsoft.com/office/drawing/2014/main" id="{661AA41C-38FB-E963-8ACF-27C29444F01E}"/>
              </a:ext>
            </a:extLst>
          </p:cNvPr>
          <p:cNvSpPr>
            <a:spLocks noGrp="1"/>
          </p:cNvSpPr>
          <p:nvPr>
            <p:ph type="dt" sz="half" idx="10"/>
          </p:nvPr>
        </p:nvSpPr>
        <p:spPr/>
        <p:txBody>
          <a:bodyPr/>
          <a:lstStyle/>
          <a:p>
            <a:fld id="{780F2533-275E-428B-B3B3-9CA4281B478F}" type="datetime1">
              <a:rPr lang="en-US" smtClean="0"/>
              <a:t>7/16/2026</a:t>
            </a:fld>
            <a:endParaRPr lang="en-US"/>
          </a:p>
        </p:txBody>
      </p:sp>
      <p:sp>
        <p:nvSpPr>
          <p:cNvPr id="9" name="Footer Placeholder 8">
            <a:extLst>
              <a:ext uri="{FF2B5EF4-FFF2-40B4-BE49-F238E27FC236}">
                <a16:creationId xmlns:a16="http://schemas.microsoft.com/office/drawing/2014/main" id="{1E6C061A-B1FD-B73A-0645-59B8B7C50D4F}"/>
              </a:ext>
            </a:extLst>
          </p:cNvPr>
          <p:cNvSpPr>
            <a:spLocks noGrp="1"/>
          </p:cNvSpPr>
          <p:nvPr>
            <p:ph type="ftr" sz="quarter" idx="11"/>
          </p:nvPr>
        </p:nvSpPr>
        <p:spPr/>
        <p:txBody>
          <a:bodyPr/>
          <a:lstStyle/>
          <a:p>
            <a:r>
              <a:rPr lang="en-US"/>
              <a:t>@copyright Hoang Bao Long</a:t>
            </a:r>
          </a:p>
        </p:txBody>
      </p:sp>
      <p:sp>
        <p:nvSpPr>
          <p:cNvPr id="11" name="Slide Number Placeholder 10">
            <a:extLst>
              <a:ext uri="{FF2B5EF4-FFF2-40B4-BE49-F238E27FC236}">
                <a16:creationId xmlns:a16="http://schemas.microsoft.com/office/drawing/2014/main" id="{712EC4E4-EF72-4700-B4F1-F75739973CE0}"/>
              </a:ext>
            </a:extLst>
          </p:cNvPr>
          <p:cNvSpPr>
            <a:spLocks noGrp="1"/>
          </p:cNvSpPr>
          <p:nvPr>
            <p:ph type="sldNum" sz="quarter" idx="12"/>
          </p:nvPr>
        </p:nvSpPr>
        <p:spPr/>
        <p:txBody>
          <a:bodyPr/>
          <a:lstStyle/>
          <a:p>
            <a:fld id="{148CC95F-0247-41B6-91CF-DC97C76A7088}" type="slidenum">
              <a:rPr lang="en-US" smtClean="0"/>
              <a:t>46</a:t>
            </a:fld>
            <a:endParaRPr lang="en-US"/>
          </a:p>
        </p:txBody>
      </p:sp>
      <p:pic>
        <p:nvPicPr>
          <p:cNvPr id="4" name="Picture 3">
            <a:extLst>
              <a:ext uri="{FF2B5EF4-FFF2-40B4-BE49-F238E27FC236}">
                <a16:creationId xmlns:a16="http://schemas.microsoft.com/office/drawing/2014/main" id="{2E03EFF6-A4D8-3A0E-4609-09AA781B490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16927" y="1729409"/>
            <a:ext cx="6716258" cy="4767499"/>
          </a:xfrm>
          <a:prstGeom prst="rect">
            <a:avLst/>
          </a:prstGeom>
        </p:spPr>
      </p:pic>
      <p:pic>
        <p:nvPicPr>
          <p:cNvPr id="6" name="Picture 5">
            <a:extLst>
              <a:ext uri="{FF2B5EF4-FFF2-40B4-BE49-F238E27FC236}">
                <a16:creationId xmlns:a16="http://schemas.microsoft.com/office/drawing/2014/main" id="{64769642-B20A-4403-D8BA-B17EAB90540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315543" y="1729409"/>
            <a:ext cx="4781969" cy="4767500"/>
          </a:xfrm>
          <a:prstGeom prst="rect">
            <a:avLst/>
          </a:prstGeom>
        </p:spPr>
      </p:pic>
    </p:spTree>
    <p:extLst>
      <p:ext uri="{BB962C8B-B14F-4D97-AF65-F5344CB8AC3E}">
        <p14:creationId xmlns:p14="http://schemas.microsoft.com/office/powerpoint/2010/main" val="158968949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BC293F0-3E6C-1804-48FA-2051CFD8F017}"/>
            </a:ext>
          </a:extLst>
        </p:cNvPr>
        <p:cNvGrpSpPr/>
        <p:nvPr/>
      </p:nvGrpSpPr>
      <p:grpSpPr>
        <a:xfrm>
          <a:off x="0" y="0"/>
          <a:ext cx="0" cy="0"/>
          <a:chOff x="0" y="0"/>
          <a:chExt cx="0" cy="0"/>
        </a:xfrm>
      </p:grpSpPr>
      <p:sp useBgFill="1">
        <p:nvSpPr>
          <p:cNvPr id="49" name="Rectangle 48">
            <a:extLst>
              <a:ext uri="{FF2B5EF4-FFF2-40B4-BE49-F238E27FC236}">
                <a16:creationId xmlns:a16="http://schemas.microsoft.com/office/drawing/2014/main" id="{E20BB609-EF92-42DB-836C-0699A590B5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4" name="Picture 3" descr="A mosaic of colorful geometric shapes">
            <a:extLst>
              <a:ext uri="{FF2B5EF4-FFF2-40B4-BE49-F238E27FC236}">
                <a16:creationId xmlns:a16="http://schemas.microsoft.com/office/drawing/2014/main" id="{96DB4E40-BCED-AB05-43FC-11F7EFB00C46}"/>
              </a:ext>
            </a:extLst>
          </p:cNvPr>
          <p:cNvPicPr>
            <a:picLocks noChangeAspect="1"/>
          </p:cNvPicPr>
          <p:nvPr/>
        </p:nvPicPr>
        <p:blipFill>
          <a:blip r:embed="rId2"/>
          <a:srcRect t="17309" r="-1" b="3999"/>
          <a:stretch>
            <a:fillRect/>
          </a:stretch>
        </p:blipFill>
        <p:spPr>
          <a:xfrm>
            <a:off x="20" y="10"/>
            <a:ext cx="12188932" cy="6857990"/>
          </a:xfrm>
          <a:prstGeom prst="rect">
            <a:avLst/>
          </a:prstGeom>
        </p:spPr>
      </p:pic>
      <p:sp>
        <p:nvSpPr>
          <p:cNvPr id="51" name="Rectangle 50">
            <a:extLst>
              <a:ext uri="{FF2B5EF4-FFF2-40B4-BE49-F238E27FC236}">
                <a16:creationId xmlns:a16="http://schemas.microsoft.com/office/drawing/2014/main" id="{7508F7DC-CA28-4ACE-AF79-D7E98ED1BF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389239" y="-389238"/>
            <a:ext cx="6858000" cy="7636476"/>
          </a:xfrm>
          <a:prstGeom prst="rect">
            <a:avLst/>
          </a:prstGeom>
          <a:gradFill>
            <a:gsLst>
              <a:gs pos="100000">
                <a:srgbClr val="000000">
                  <a:alpha val="0"/>
                </a:srgbClr>
              </a:gs>
              <a:gs pos="0">
                <a:schemeClr val="tx1"/>
              </a:gs>
              <a:gs pos="0">
                <a:srgbClr val="000000">
                  <a:alpha val="70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Rectangle 52">
            <a:extLst>
              <a:ext uri="{FF2B5EF4-FFF2-40B4-BE49-F238E27FC236}">
                <a16:creationId xmlns:a16="http://schemas.microsoft.com/office/drawing/2014/main" id="{9AB20218-A500-457C-B65C-F3D198B1F7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V="1">
            <a:off x="1524" y="0"/>
            <a:ext cx="12188952" cy="3652125"/>
          </a:xfrm>
          <a:prstGeom prst="rect">
            <a:avLst/>
          </a:prstGeom>
          <a:gradFill>
            <a:gsLst>
              <a:gs pos="100000">
                <a:srgbClr val="000000">
                  <a:alpha val="0"/>
                </a:srgbClr>
              </a:gs>
              <a:gs pos="0">
                <a:schemeClr val="tx1"/>
              </a:gs>
              <a:gs pos="0">
                <a:srgbClr val="000000">
                  <a:alpha val="70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4E85CB7-86E3-ECA4-BB10-8ABB4A5D33BB}"/>
              </a:ext>
            </a:extLst>
          </p:cNvPr>
          <p:cNvSpPr>
            <a:spLocks noGrp="1"/>
          </p:cNvSpPr>
          <p:nvPr>
            <p:ph type="ctrTitle"/>
          </p:nvPr>
        </p:nvSpPr>
        <p:spPr>
          <a:xfrm>
            <a:off x="517870" y="978408"/>
            <a:ext cx="8686796" cy="2334247"/>
          </a:xfrm>
        </p:spPr>
        <p:txBody>
          <a:bodyPr anchor="t">
            <a:normAutofit/>
          </a:bodyPr>
          <a:lstStyle/>
          <a:p>
            <a:r>
              <a:rPr lang="en-US">
                <a:solidFill>
                  <a:srgbClr val="FFFFFF"/>
                </a:solidFill>
              </a:rPr>
              <a:t>Thanks for watching</a:t>
            </a:r>
          </a:p>
        </p:txBody>
      </p:sp>
      <p:sp>
        <p:nvSpPr>
          <p:cNvPr id="7" name="Footer Placeholder 6">
            <a:extLst>
              <a:ext uri="{FF2B5EF4-FFF2-40B4-BE49-F238E27FC236}">
                <a16:creationId xmlns:a16="http://schemas.microsoft.com/office/drawing/2014/main" id="{79EDCFA0-C473-5B3B-D699-0BED5D9A0F8A}"/>
              </a:ext>
            </a:extLst>
          </p:cNvPr>
          <p:cNvSpPr>
            <a:spLocks noGrp="1"/>
          </p:cNvSpPr>
          <p:nvPr>
            <p:ph type="ftr" sz="quarter" idx="11"/>
          </p:nvPr>
        </p:nvSpPr>
        <p:spPr>
          <a:xfrm>
            <a:off x="521208" y="100584"/>
            <a:ext cx="4114800" cy="365125"/>
          </a:xfrm>
        </p:spPr>
        <p:txBody>
          <a:bodyPr>
            <a:normAutofit/>
          </a:bodyPr>
          <a:lstStyle/>
          <a:p>
            <a:pPr>
              <a:spcAft>
                <a:spcPts val="600"/>
              </a:spcAft>
            </a:pPr>
            <a:r>
              <a:rPr lang="en-US">
                <a:solidFill>
                  <a:srgbClr val="FFFFFF"/>
                </a:solidFill>
              </a:rPr>
              <a:t>@copyright Hoang Bao Long</a:t>
            </a:r>
          </a:p>
        </p:txBody>
      </p:sp>
      <p:sp>
        <p:nvSpPr>
          <p:cNvPr id="55" name="Rectangle 54">
            <a:extLst>
              <a:ext uri="{FF2B5EF4-FFF2-40B4-BE49-F238E27FC236}">
                <a16:creationId xmlns:a16="http://schemas.microsoft.com/office/drawing/2014/main" id="{B2C335F7-F61C-4EB4-80F2-4B1438FE66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508090"/>
            <a:ext cx="8686800" cy="149279"/>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Date Placeholder 5">
            <a:extLst>
              <a:ext uri="{FF2B5EF4-FFF2-40B4-BE49-F238E27FC236}">
                <a16:creationId xmlns:a16="http://schemas.microsoft.com/office/drawing/2014/main" id="{52B4C666-F5A2-C0B8-BE8B-B31D72F96F68}"/>
              </a:ext>
            </a:extLst>
          </p:cNvPr>
          <p:cNvSpPr>
            <a:spLocks noGrp="1"/>
          </p:cNvSpPr>
          <p:nvPr>
            <p:ph type="dt" sz="half" idx="10"/>
          </p:nvPr>
        </p:nvSpPr>
        <p:spPr>
          <a:xfrm>
            <a:off x="521208" y="6419088"/>
            <a:ext cx="2743200" cy="365125"/>
          </a:xfrm>
        </p:spPr>
        <p:txBody>
          <a:bodyPr>
            <a:normAutofit/>
          </a:bodyPr>
          <a:lstStyle/>
          <a:p>
            <a:pPr>
              <a:spcAft>
                <a:spcPts val="600"/>
              </a:spcAft>
            </a:pPr>
            <a:fld id="{9FACABAD-D5DA-494F-B357-4544D92CEF13}" type="datetime1">
              <a:rPr lang="en-US" smtClean="0">
                <a:solidFill>
                  <a:srgbClr val="FFFFFF"/>
                </a:solidFill>
              </a:rPr>
              <a:t>7/16/2026</a:t>
            </a:fld>
            <a:endParaRPr lang="en-US">
              <a:solidFill>
                <a:srgbClr val="FFFFFF"/>
              </a:solidFill>
            </a:endParaRPr>
          </a:p>
        </p:txBody>
      </p:sp>
      <p:sp>
        <p:nvSpPr>
          <p:cNvPr id="5" name="Slide Number Placeholder 4">
            <a:extLst>
              <a:ext uri="{FF2B5EF4-FFF2-40B4-BE49-F238E27FC236}">
                <a16:creationId xmlns:a16="http://schemas.microsoft.com/office/drawing/2014/main" id="{08B5A8F0-D850-4AFD-2995-E1EDDACC816D}"/>
              </a:ext>
            </a:extLst>
          </p:cNvPr>
          <p:cNvSpPr>
            <a:spLocks noGrp="1"/>
          </p:cNvSpPr>
          <p:nvPr>
            <p:ph type="sldNum" sz="quarter" idx="12"/>
          </p:nvPr>
        </p:nvSpPr>
        <p:spPr>
          <a:xfrm>
            <a:off x="11457432" y="6419088"/>
            <a:ext cx="640080" cy="365125"/>
          </a:xfrm>
        </p:spPr>
        <p:txBody>
          <a:bodyPr>
            <a:normAutofit/>
          </a:bodyPr>
          <a:lstStyle/>
          <a:p>
            <a:pPr>
              <a:spcAft>
                <a:spcPts val="600"/>
              </a:spcAft>
            </a:pPr>
            <a:fld id="{148CC95F-0247-41B6-91CF-DC97C76A7088}" type="slidenum">
              <a:rPr lang="en-US">
                <a:solidFill>
                  <a:srgbClr val="FFFFFF"/>
                </a:solidFill>
              </a:rPr>
              <a:pPr>
                <a:spcAft>
                  <a:spcPts val="600"/>
                </a:spcAft>
              </a:pPr>
              <a:t>47</a:t>
            </a:fld>
            <a:endParaRPr lang="en-US">
              <a:solidFill>
                <a:srgbClr val="FFFFFF"/>
              </a:solidFill>
            </a:endParaRPr>
          </a:p>
        </p:txBody>
      </p:sp>
      <p:sp>
        <p:nvSpPr>
          <p:cNvPr id="3" name="Subtitle 2">
            <a:extLst>
              <a:ext uri="{FF2B5EF4-FFF2-40B4-BE49-F238E27FC236}">
                <a16:creationId xmlns:a16="http://schemas.microsoft.com/office/drawing/2014/main" id="{24C9F7C2-E3BA-3CF4-DA87-1D66899C8322}"/>
              </a:ext>
            </a:extLst>
          </p:cNvPr>
          <p:cNvSpPr>
            <a:spLocks noGrp="1"/>
          </p:cNvSpPr>
          <p:nvPr>
            <p:ph type="subTitle" idx="1"/>
          </p:nvPr>
        </p:nvSpPr>
        <p:spPr>
          <a:xfrm>
            <a:off x="6652366" y="4108182"/>
            <a:ext cx="5040785" cy="1828799"/>
          </a:xfrm>
        </p:spPr>
        <p:txBody>
          <a:bodyPr anchor="b">
            <a:normAutofit/>
          </a:bodyPr>
          <a:lstStyle/>
          <a:p>
            <a:r>
              <a:rPr lang="en-US" b="1">
                <a:solidFill>
                  <a:srgbClr val="FFFFFF"/>
                </a:solidFill>
              </a:rPr>
              <a:t>Digital VLSI Design </a:t>
            </a:r>
          </a:p>
          <a:p>
            <a:r>
              <a:rPr lang="en-US" b="1">
                <a:solidFill>
                  <a:srgbClr val="FFFFFF"/>
                </a:solidFill>
              </a:rPr>
              <a:t>Actor: Hoang Bao Long</a:t>
            </a:r>
          </a:p>
        </p:txBody>
      </p:sp>
    </p:spTree>
    <p:extLst>
      <p:ext uri="{BB962C8B-B14F-4D97-AF65-F5344CB8AC3E}">
        <p14:creationId xmlns:p14="http://schemas.microsoft.com/office/powerpoint/2010/main" val="1913379197"/>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theme/theme1.xml><?xml version="1.0" encoding="utf-8"?>
<a:theme xmlns:a="http://schemas.openxmlformats.org/drawingml/2006/main" name="GestaltVTI">
  <a:themeElements>
    <a:clrScheme name="Gestalt">
      <a:dk1>
        <a:srgbClr val="000000"/>
      </a:dk1>
      <a:lt1>
        <a:sysClr val="window" lastClr="FFFFFF"/>
      </a:lt1>
      <a:dk2>
        <a:srgbClr val="262626"/>
      </a:dk2>
      <a:lt2>
        <a:srgbClr val="F7F7F7"/>
      </a:lt2>
      <a:accent1>
        <a:srgbClr val="EBA000"/>
      </a:accent1>
      <a:accent2>
        <a:srgbClr val="00BAC8"/>
      </a:accent2>
      <a:accent3>
        <a:srgbClr val="E64823"/>
      </a:accent3>
      <a:accent4>
        <a:srgbClr val="4D5AFF"/>
      </a:accent4>
      <a:accent5>
        <a:srgbClr val="FE5D21"/>
      </a:accent5>
      <a:accent6>
        <a:srgbClr val="00C777"/>
      </a:accent6>
      <a:hlink>
        <a:srgbClr val="2998E3"/>
      </a:hlink>
      <a:folHlink>
        <a:srgbClr val="939393"/>
      </a:folHlink>
    </a:clrScheme>
    <a:fontScheme name="Gestalt">
      <a:majorFont>
        <a:latin typeface="Bierstadt"/>
        <a:ea typeface=""/>
        <a:cs typeface=""/>
      </a:majorFont>
      <a:minorFont>
        <a:latin typeface="Bierstad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GestaltVTI" id="{4F87C71D-53D1-4B71-BF97-FD0EA4B25665}" vid="{A110AFC4-8D8A-4C02-8885-7BA370B379B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822</TotalTime>
  <Words>3199</Words>
  <Application>Microsoft Office PowerPoint</Application>
  <PresentationFormat>Widescreen</PresentationFormat>
  <Paragraphs>510</Paragraphs>
  <Slides>47</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47</vt:i4>
      </vt:variant>
    </vt:vector>
  </HeadingPairs>
  <TitlesOfParts>
    <vt:vector size="51" baseType="lpstr">
      <vt:lpstr>Aptos</vt:lpstr>
      <vt:lpstr>Arial</vt:lpstr>
      <vt:lpstr>Bierstadt</vt:lpstr>
      <vt:lpstr>GestaltVTI</vt:lpstr>
      <vt:lpstr>AMBA APB</vt:lpstr>
      <vt:lpstr>1. Specifications</vt:lpstr>
      <vt:lpstr>1. Specifications</vt:lpstr>
      <vt:lpstr>1. Specifications</vt:lpstr>
      <vt:lpstr>1. Specifications</vt:lpstr>
      <vt:lpstr>1. Specifications</vt:lpstr>
      <vt:lpstr>1. Specifications</vt:lpstr>
      <vt:lpstr>1. Specifications</vt:lpstr>
      <vt:lpstr>1. Specifications</vt:lpstr>
      <vt:lpstr>1. Specifications</vt:lpstr>
      <vt:lpstr>1. Specifications</vt:lpstr>
      <vt:lpstr>1. Specifications</vt:lpstr>
      <vt:lpstr>1. Specifications</vt:lpstr>
      <vt:lpstr>1. Specifications</vt:lpstr>
      <vt:lpstr>1. Specifications</vt:lpstr>
      <vt:lpstr>1. Specifications</vt:lpstr>
      <vt:lpstr>1. Specifications</vt:lpstr>
      <vt:lpstr>1. Specifications</vt:lpstr>
      <vt:lpstr>1. Specifications</vt:lpstr>
      <vt:lpstr>1. Specifications</vt:lpstr>
      <vt:lpstr>1. Specifications</vt:lpstr>
      <vt:lpstr>2. Design Specifications</vt:lpstr>
      <vt:lpstr>2. Design Specifications</vt:lpstr>
      <vt:lpstr>2. Design Specifications</vt:lpstr>
      <vt:lpstr>2. Design Specifications</vt:lpstr>
      <vt:lpstr>2. Design Specifications</vt:lpstr>
      <vt:lpstr>2. Design Specifications</vt:lpstr>
      <vt:lpstr>2. Design Specifications</vt:lpstr>
      <vt:lpstr>2. Design Specifications</vt:lpstr>
      <vt:lpstr>2. Design Specifications</vt:lpstr>
      <vt:lpstr>2. Design Specifications</vt:lpstr>
      <vt:lpstr>2. Design Specifications</vt:lpstr>
      <vt:lpstr>2. Design Specifications</vt:lpstr>
      <vt:lpstr>2. Design Specifications</vt:lpstr>
      <vt:lpstr>2. Design Specifications</vt:lpstr>
      <vt:lpstr>3. Design Verification</vt:lpstr>
      <vt:lpstr>3. Design Verification</vt:lpstr>
      <vt:lpstr>3. Design Verification</vt:lpstr>
      <vt:lpstr>3. Design Verification</vt:lpstr>
      <vt:lpstr>3. Design Verification</vt:lpstr>
      <vt:lpstr>4. Verification Results</vt:lpstr>
      <vt:lpstr>4. Verification Results</vt:lpstr>
      <vt:lpstr>4. Verification Results</vt:lpstr>
      <vt:lpstr>4. Verification Results</vt:lpstr>
      <vt:lpstr>4. Verification Results</vt:lpstr>
      <vt:lpstr>4. Verification Results</vt:lpstr>
      <vt:lpstr>Thanks for watching</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Hoàng Bảo Long</dc:creator>
  <cp:lastModifiedBy>Long Hoang</cp:lastModifiedBy>
  <cp:revision>142</cp:revision>
  <dcterms:created xsi:type="dcterms:W3CDTF">2025-11-01T17:14:13Z</dcterms:created>
  <dcterms:modified xsi:type="dcterms:W3CDTF">2026-07-16T06:56:48Z</dcterms:modified>
</cp:coreProperties>
</file>